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13" r:id="rId3"/>
    <p:sldId id="317" r:id="rId4"/>
    <p:sldId id="319" r:id="rId5"/>
    <p:sldId id="320" r:id="rId6"/>
    <p:sldId id="318" r:id="rId7"/>
    <p:sldId id="321" r:id="rId8"/>
    <p:sldId id="324" r:id="rId9"/>
    <p:sldId id="316" r:id="rId10"/>
    <p:sldId id="267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C25F61-7DA4-4127-89E6-B35DEE9E93D1}" v="91" dt="2026-04-23T23:12:00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Bruno de Souza Miranda" userId="0b7f867a-d1ad-45b6-941f-ea802dc0d23f" providerId="ADAL" clId="{35373E65-3D77-47FA-BA58-BAC00395BDDB}"/>
    <pc:docChg chg="undo redo custSel addSld delSld modSld sldOrd">
      <pc:chgData name="Daniel Bruno de Souza Miranda" userId="0b7f867a-d1ad-45b6-941f-ea802dc0d23f" providerId="ADAL" clId="{35373E65-3D77-47FA-BA58-BAC00395BDDB}" dt="2026-04-23T23:12:15.012" v="2215" actId="14100"/>
      <pc:docMkLst>
        <pc:docMk/>
      </pc:docMkLst>
      <pc:sldChg chg="modSp mod">
        <pc:chgData name="Daniel Bruno de Souza Miranda" userId="0b7f867a-d1ad-45b6-941f-ea802dc0d23f" providerId="ADAL" clId="{35373E65-3D77-47FA-BA58-BAC00395BDDB}" dt="2026-04-23T23:09:11.692" v="2049" actId="27636"/>
        <pc:sldMkLst>
          <pc:docMk/>
          <pc:sldMk cId="1050584352" sldId="256"/>
        </pc:sldMkLst>
        <pc:spChg chg="mod">
          <ac:chgData name="Daniel Bruno de Souza Miranda" userId="0b7f867a-d1ad-45b6-941f-ea802dc0d23f" providerId="ADAL" clId="{35373E65-3D77-47FA-BA58-BAC00395BDDB}" dt="2026-04-23T22:30:47.064" v="1555" actId="2711"/>
          <ac:spMkLst>
            <pc:docMk/>
            <pc:sldMk cId="1050584352" sldId="256"/>
            <ac:spMk id="3" creationId="{5B6F29B3-0426-DAA5-4BD4-C55E6CA75DAE}"/>
          </ac:spMkLst>
        </pc:spChg>
        <pc:spChg chg="mod">
          <ac:chgData name="Daniel Bruno de Souza Miranda" userId="0b7f867a-d1ad-45b6-941f-ea802dc0d23f" providerId="ADAL" clId="{35373E65-3D77-47FA-BA58-BAC00395BDDB}" dt="2026-04-23T23:09:11.692" v="2049" actId="27636"/>
          <ac:spMkLst>
            <pc:docMk/>
            <pc:sldMk cId="1050584352" sldId="256"/>
            <ac:spMk id="5" creationId="{9B679C9A-5008-46F8-AA1E-EDF333B4154D}"/>
          </ac:spMkLst>
        </pc:spChg>
        <pc:spChg chg="mod">
          <ac:chgData name="Daniel Bruno de Souza Miranda" userId="0b7f867a-d1ad-45b6-941f-ea802dc0d23f" providerId="ADAL" clId="{35373E65-3D77-47FA-BA58-BAC00395BDDB}" dt="2026-04-23T22:30:47.064" v="1555" actId="2711"/>
          <ac:spMkLst>
            <pc:docMk/>
            <pc:sldMk cId="1050584352" sldId="256"/>
            <ac:spMk id="6" creationId="{EDF681A6-515A-5C35-912D-94D94ADBD72D}"/>
          </ac:spMkLst>
        </pc:spChg>
      </pc:sldChg>
      <pc:sldChg chg="add del ord">
        <pc:chgData name="Daniel Bruno de Souza Miranda" userId="0b7f867a-d1ad-45b6-941f-ea802dc0d23f" providerId="ADAL" clId="{35373E65-3D77-47FA-BA58-BAC00395BDDB}" dt="2026-04-23T22:24:50.199" v="1417" actId="47"/>
        <pc:sldMkLst>
          <pc:docMk/>
          <pc:sldMk cId="0" sldId="259"/>
        </pc:sldMkLst>
      </pc:sldChg>
      <pc:sldChg chg="modSp mod">
        <pc:chgData name="Daniel Bruno de Souza Miranda" userId="0b7f867a-d1ad-45b6-941f-ea802dc0d23f" providerId="ADAL" clId="{35373E65-3D77-47FA-BA58-BAC00395BDDB}" dt="2026-04-23T22:30:55.612" v="1557" actId="2711"/>
        <pc:sldMkLst>
          <pc:docMk/>
          <pc:sldMk cId="534576014" sldId="313"/>
        </pc:sldMkLst>
        <pc:spChg chg="mod">
          <ac:chgData name="Daniel Bruno de Souza Miranda" userId="0b7f867a-d1ad-45b6-941f-ea802dc0d23f" providerId="ADAL" clId="{35373E65-3D77-47FA-BA58-BAC00395BDDB}" dt="2026-04-23T22:30:55.612" v="1557" actId="2711"/>
          <ac:spMkLst>
            <pc:docMk/>
            <pc:sldMk cId="534576014" sldId="313"/>
            <ac:spMk id="4" creationId="{835999F0-59EB-9ED1-D61F-133215FB7C59}"/>
          </ac:spMkLst>
        </pc:spChg>
        <pc:spChg chg="mod">
          <ac:chgData name="Daniel Bruno de Souza Miranda" userId="0b7f867a-d1ad-45b6-941f-ea802dc0d23f" providerId="ADAL" clId="{35373E65-3D77-47FA-BA58-BAC00395BDDB}" dt="2026-04-23T22:30:55.612" v="1557" actId="2711"/>
          <ac:spMkLst>
            <pc:docMk/>
            <pc:sldMk cId="534576014" sldId="313"/>
            <ac:spMk id="38" creationId="{3F7721DE-E707-E0D6-E5CA-0EC4AD85C4F8}"/>
          </ac:spMkLst>
        </pc:spChg>
        <pc:spChg chg="mod">
          <ac:chgData name="Daniel Bruno de Souza Miranda" userId="0b7f867a-d1ad-45b6-941f-ea802dc0d23f" providerId="ADAL" clId="{35373E65-3D77-47FA-BA58-BAC00395BDDB}" dt="2026-04-23T22:30:55.612" v="1557" actId="2711"/>
          <ac:spMkLst>
            <pc:docMk/>
            <pc:sldMk cId="534576014" sldId="313"/>
            <ac:spMk id="46" creationId="{27305DC7-CA94-1942-C5BE-23879E77EDAC}"/>
          </ac:spMkLst>
        </pc:spChg>
        <pc:spChg chg="mod">
          <ac:chgData name="Daniel Bruno de Souza Miranda" userId="0b7f867a-d1ad-45b6-941f-ea802dc0d23f" providerId="ADAL" clId="{35373E65-3D77-47FA-BA58-BAC00395BDDB}" dt="2026-04-23T22:30:55.612" v="1557" actId="2711"/>
          <ac:spMkLst>
            <pc:docMk/>
            <pc:sldMk cId="534576014" sldId="313"/>
            <ac:spMk id="48" creationId="{4999EDC7-CF33-DB21-A260-71E481DF90FA}"/>
          </ac:spMkLst>
        </pc:spChg>
        <pc:spChg chg="mod">
          <ac:chgData name="Daniel Bruno de Souza Miranda" userId="0b7f867a-d1ad-45b6-941f-ea802dc0d23f" providerId="ADAL" clId="{35373E65-3D77-47FA-BA58-BAC00395BDDB}" dt="2026-04-23T22:30:55.612" v="1557" actId="2711"/>
          <ac:spMkLst>
            <pc:docMk/>
            <pc:sldMk cId="534576014" sldId="313"/>
            <ac:spMk id="50" creationId="{4B264921-0349-1A3D-D511-00B1DA04D290}"/>
          </ac:spMkLst>
        </pc:spChg>
        <pc:spChg chg="mod">
          <ac:chgData name="Daniel Bruno de Souza Miranda" userId="0b7f867a-d1ad-45b6-941f-ea802dc0d23f" providerId="ADAL" clId="{35373E65-3D77-47FA-BA58-BAC00395BDDB}" dt="2026-04-23T22:30:55.612" v="1557" actId="2711"/>
          <ac:spMkLst>
            <pc:docMk/>
            <pc:sldMk cId="534576014" sldId="313"/>
            <ac:spMk id="52" creationId="{B185A762-8754-4D0C-7018-0037276E2EAA}"/>
          </ac:spMkLst>
        </pc:spChg>
        <pc:picChg chg="mod">
          <ac:chgData name="Daniel Bruno de Souza Miranda" userId="0b7f867a-d1ad-45b6-941f-ea802dc0d23f" providerId="ADAL" clId="{35373E65-3D77-47FA-BA58-BAC00395BDDB}" dt="2026-04-23T22:30:55.612" v="1557" actId="2711"/>
          <ac:picMkLst>
            <pc:docMk/>
            <pc:sldMk cId="534576014" sldId="313"/>
            <ac:picMk id="40" creationId="{2B61D389-7F1C-0E33-4CF8-315D7B5AC4B8}"/>
          </ac:picMkLst>
        </pc:picChg>
      </pc:sldChg>
      <pc:sldChg chg="addSp modSp del mod">
        <pc:chgData name="Daniel Bruno de Souza Miranda" userId="0b7f867a-d1ad-45b6-941f-ea802dc0d23f" providerId="ADAL" clId="{35373E65-3D77-47FA-BA58-BAC00395BDDB}" dt="2026-04-23T22:16:48.902" v="1271" actId="47"/>
        <pc:sldMkLst>
          <pc:docMk/>
          <pc:sldMk cId="3955414005" sldId="314"/>
        </pc:sldMkLst>
      </pc:sldChg>
      <pc:sldChg chg="addSp modSp add del mod ord">
        <pc:chgData name="Daniel Bruno de Souza Miranda" userId="0b7f867a-d1ad-45b6-941f-ea802dc0d23f" providerId="ADAL" clId="{35373E65-3D77-47FA-BA58-BAC00395BDDB}" dt="2026-04-23T23:10:47.658" v="2091" actId="20577"/>
        <pc:sldMkLst>
          <pc:docMk/>
          <pc:sldMk cId="1180999955" sldId="316"/>
        </pc:sldMkLst>
        <pc:spChg chg="mod">
          <ac:chgData name="Daniel Bruno de Souza Miranda" userId="0b7f867a-d1ad-45b6-941f-ea802dc0d23f" providerId="ADAL" clId="{35373E65-3D77-47FA-BA58-BAC00395BDDB}" dt="2026-04-23T23:10:47.658" v="2091" actId="20577"/>
          <ac:spMkLst>
            <pc:docMk/>
            <pc:sldMk cId="1180999955" sldId="316"/>
            <ac:spMk id="4" creationId="{606B0372-BD85-92B2-5CB6-D528CCDDE364}"/>
          </ac:spMkLst>
        </pc:spChg>
        <pc:spChg chg="add mod">
          <ac:chgData name="Daniel Bruno de Souza Miranda" userId="0b7f867a-d1ad-45b6-941f-ea802dc0d23f" providerId="ADAL" clId="{35373E65-3D77-47FA-BA58-BAC00395BDDB}" dt="2026-04-23T22:48:27.310" v="1691"/>
          <ac:spMkLst>
            <pc:docMk/>
            <pc:sldMk cId="1180999955" sldId="316"/>
            <ac:spMk id="6" creationId="{CE9E7F0B-AE93-BACF-DA01-41CEC55CD59F}"/>
          </ac:spMkLst>
        </pc:spChg>
        <pc:spChg chg="add mod">
          <ac:chgData name="Daniel Bruno de Souza Miranda" userId="0b7f867a-d1ad-45b6-941f-ea802dc0d23f" providerId="ADAL" clId="{35373E65-3D77-47FA-BA58-BAC00395BDDB}" dt="2026-04-23T22:48:27.310" v="1691"/>
          <ac:spMkLst>
            <pc:docMk/>
            <pc:sldMk cId="1180999955" sldId="316"/>
            <ac:spMk id="7" creationId="{EF3795CD-02EC-8A28-0AB8-2588920C8F09}"/>
          </ac:spMkLst>
        </pc:spChg>
        <pc:spChg chg="add mod">
          <ac:chgData name="Daniel Bruno de Souza Miranda" userId="0b7f867a-d1ad-45b6-941f-ea802dc0d23f" providerId="ADAL" clId="{35373E65-3D77-47FA-BA58-BAC00395BDDB}" dt="2026-04-23T22:48:27.310" v="1691"/>
          <ac:spMkLst>
            <pc:docMk/>
            <pc:sldMk cId="1180999955" sldId="316"/>
            <ac:spMk id="8" creationId="{5DC90D0B-9CD9-2F60-92FA-C5A8F336891B}"/>
          </ac:spMkLst>
        </pc:spChg>
        <pc:spChg chg="add mod">
          <ac:chgData name="Daniel Bruno de Souza Miranda" userId="0b7f867a-d1ad-45b6-941f-ea802dc0d23f" providerId="ADAL" clId="{35373E65-3D77-47FA-BA58-BAC00395BDDB}" dt="2026-04-23T22:48:27.310" v="1691"/>
          <ac:spMkLst>
            <pc:docMk/>
            <pc:sldMk cId="1180999955" sldId="316"/>
            <ac:spMk id="9" creationId="{C8199116-F2F2-A50B-EBF4-6E8D17B9C916}"/>
          </ac:spMkLst>
        </pc:spChg>
        <pc:spChg chg="add mod">
          <ac:chgData name="Daniel Bruno de Souza Miranda" userId="0b7f867a-d1ad-45b6-941f-ea802dc0d23f" providerId="ADAL" clId="{35373E65-3D77-47FA-BA58-BAC00395BDDB}" dt="2026-04-23T22:48:27.310" v="1691"/>
          <ac:spMkLst>
            <pc:docMk/>
            <pc:sldMk cId="1180999955" sldId="316"/>
            <ac:spMk id="10" creationId="{26D8EBB5-BC46-5BFD-E7E5-F0640FF7DED6}"/>
          </ac:spMkLst>
        </pc:spChg>
        <pc:spChg chg="add mod">
          <ac:chgData name="Daniel Bruno de Souza Miranda" userId="0b7f867a-d1ad-45b6-941f-ea802dc0d23f" providerId="ADAL" clId="{35373E65-3D77-47FA-BA58-BAC00395BDDB}" dt="2026-04-23T22:48:27.310" v="1691"/>
          <ac:spMkLst>
            <pc:docMk/>
            <pc:sldMk cId="1180999955" sldId="316"/>
            <ac:spMk id="11" creationId="{62C9057D-89BC-D904-623B-9FC753595638}"/>
          </ac:spMkLst>
        </pc:spChg>
        <pc:spChg chg="add mod">
          <ac:chgData name="Daniel Bruno de Souza Miranda" userId="0b7f867a-d1ad-45b6-941f-ea802dc0d23f" providerId="ADAL" clId="{35373E65-3D77-47FA-BA58-BAC00395BDDB}" dt="2026-04-23T22:48:27.310" v="1691"/>
          <ac:spMkLst>
            <pc:docMk/>
            <pc:sldMk cId="1180999955" sldId="316"/>
            <ac:spMk id="12" creationId="{3C6723B0-4749-0449-EB34-7B6804693937}"/>
          </ac:spMkLst>
        </pc:spChg>
        <pc:spChg chg="add mod">
          <ac:chgData name="Daniel Bruno de Souza Miranda" userId="0b7f867a-d1ad-45b6-941f-ea802dc0d23f" providerId="ADAL" clId="{35373E65-3D77-47FA-BA58-BAC00395BDDB}" dt="2026-04-23T22:48:27.310" v="1691"/>
          <ac:spMkLst>
            <pc:docMk/>
            <pc:sldMk cId="1180999955" sldId="316"/>
            <ac:spMk id="13" creationId="{9789A38F-F18D-6321-0C5A-34A16A997B88}"/>
          </ac:spMkLst>
        </pc:spChg>
        <pc:spChg chg="add mod">
          <ac:chgData name="Daniel Bruno de Souza Miranda" userId="0b7f867a-d1ad-45b6-941f-ea802dc0d23f" providerId="ADAL" clId="{35373E65-3D77-47FA-BA58-BAC00395BDDB}" dt="2026-04-23T22:48:27.310" v="1691"/>
          <ac:spMkLst>
            <pc:docMk/>
            <pc:sldMk cId="1180999955" sldId="316"/>
            <ac:spMk id="14" creationId="{BC31B0E9-BFD2-EDC7-02CA-2781AD601B89}"/>
          </ac:spMkLst>
        </pc:spChg>
        <pc:spChg chg="mod">
          <ac:chgData name="Daniel Bruno de Souza Miranda" userId="0b7f867a-d1ad-45b6-941f-ea802dc0d23f" providerId="ADAL" clId="{35373E65-3D77-47FA-BA58-BAC00395BDDB}" dt="2026-04-23T22:31:17.630" v="1564" actId="2711"/>
          <ac:spMkLst>
            <pc:docMk/>
            <pc:sldMk cId="1180999955" sldId="316"/>
            <ac:spMk id="38" creationId="{E34D1D98-E676-AF59-97FE-C434373F4F0B}"/>
          </ac:spMkLst>
        </pc:spChg>
        <pc:spChg chg="mod">
          <ac:chgData name="Daniel Bruno de Souza Miranda" userId="0b7f867a-d1ad-45b6-941f-ea802dc0d23f" providerId="ADAL" clId="{35373E65-3D77-47FA-BA58-BAC00395BDDB}" dt="2026-04-23T22:31:17.630" v="1564" actId="2711"/>
          <ac:spMkLst>
            <pc:docMk/>
            <pc:sldMk cId="1180999955" sldId="316"/>
            <ac:spMk id="46" creationId="{DB42C91F-29EF-4282-A769-8F056D19B040}"/>
          </ac:spMkLst>
        </pc:spChg>
        <pc:spChg chg="mod">
          <ac:chgData name="Daniel Bruno de Souza Miranda" userId="0b7f867a-d1ad-45b6-941f-ea802dc0d23f" providerId="ADAL" clId="{35373E65-3D77-47FA-BA58-BAC00395BDDB}" dt="2026-04-23T22:31:17.630" v="1564" actId="2711"/>
          <ac:spMkLst>
            <pc:docMk/>
            <pc:sldMk cId="1180999955" sldId="316"/>
            <ac:spMk id="48" creationId="{2D73D4B6-64CC-AF6A-CCEF-75857B47C6EE}"/>
          </ac:spMkLst>
        </pc:spChg>
        <pc:spChg chg="mod">
          <ac:chgData name="Daniel Bruno de Souza Miranda" userId="0b7f867a-d1ad-45b6-941f-ea802dc0d23f" providerId="ADAL" clId="{35373E65-3D77-47FA-BA58-BAC00395BDDB}" dt="2026-04-23T22:31:17.630" v="1564" actId="2711"/>
          <ac:spMkLst>
            <pc:docMk/>
            <pc:sldMk cId="1180999955" sldId="316"/>
            <ac:spMk id="50" creationId="{D6F6E07C-4C55-E7A7-6376-FA7C46654D84}"/>
          </ac:spMkLst>
        </pc:spChg>
        <pc:spChg chg="mod">
          <ac:chgData name="Daniel Bruno de Souza Miranda" userId="0b7f867a-d1ad-45b6-941f-ea802dc0d23f" providerId="ADAL" clId="{35373E65-3D77-47FA-BA58-BAC00395BDDB}" dt="2026-04-23T22:31:17.630" v="1564" actId="2711"/>
          <ac:spMkLst>
            <pc:docMk/>
            <pc:sldMk cId="1180999955" sldId="316"/>
            <ac:spMk id="52" creationId="{041EFA2F-D9A5-B4C5-4117-5A56A73774B5}"/>
          </ac:spMkLst>
        </pc:spChg>
        <pc:picChg chg="add mod">
          <ac:chgData name="Daniel Bruno de Souza Miranda" userId="0b7f867a-d1ad-45b6-941f-ea802dc0d23f" providerId="ADAL" clId="{35373E65-3D77-47FA-BA58-BAC00395BDDB}" dt="2026-04-23T22:48:27.310" v="1691"/>
          <ac:picMkLst>
            <pc:docMk/>
            <pc:sldMk cId="1180999955" sldId="316"/>
            <ac:picMk id="2" creationId="{34A5EFE5-D232-E4EE-B8D6-CA0596CDF3BB}"/>
          </ac:picMkLst>
        </pc:picChg>
        <pc:picChg chg="mod">
          <ac:chgData name="Daniel Bruno de Souza Miranda" userId="0b7f867a-d1ad-45b6-941f-ea802dc0d23f" providerId="ADAL" clId="{35373E65-3D77-47FA-BA58-BAC00395BDDB}" dt="2026-04-23T22:31:17.630" v="1564" actId="2711"/>
          <ac:picMkLst>
            <pc:docMk/>
            <pc:sldMk cId="1180999955" sldId="316"/>
            <ac:picMk id="40" creationId="{8C082175-476C-43DB-7F2B-B517D2891772}"/>
          </ac:picMkLst>
        </pc:picChg>
      </pc:sldChg>
      <pc:sldChg chg="modSp add mod">
        <pc:chgData name="Daniel Bruno de Souza Miranda" userId="0b7f867a-d1ad-45b6-941f-ea802dc0d23f" providerId="ADAL" clId="{35373E65-3D77-47FA-BA58-BAC00395BDDB}" dt="2026-04-23T22:31:00.205" v="1558" actId="2711"/>
        <pc:sldMkLst>
          <pc:docMk/>
          <pc:sldMk cId="1506712120" sldId="317"/>
        </pc:sldMkLst>
        <pc:spChg chg="mod">
          <ac:chgData name="Daniel Bruno de Souza Miranda" userId="0b7f867a-d1ad-45b6-941f-ea802dc0d23f" providerId="ADAL" clId="{35373E65-3D77-47FA-BA58-BAC00395BDDB}" dt="2026-04-23T22:31:00.205" v="1558" actId="2711"/>
          <ac:spMkLst>
            <pc:docMk/>
            <pc:sldMk cId="1506712120" sldId="317"/>
            <ac:spMk id="4" creationId="{A3587436-379C-E0F7-7B3B-E3D5D9308D7C}"/>
          </ac:spMkLst>
        </pc:spChg>
        <pc:spChg chg="mod">
          <ac:chgData name="Daniel Bruno de Souza Miranda" userId="0b7f867a-d1ad-45b6-941f-ea802dc0d23f" providerId="ADAL" clId="{35373E65-3D77-47FA-BA58-BAC00395BDDB}" dt="2026-04-23T22:31:00.205" v="1558" actId="2711"/>
          <ac:spMkLst>
            <pc:docMk/>
            <pc:sldMk cId="1506712120" sldId="317"/>
            <ac:spMk id="38" creationId="{2D1B370F-0D94-EDF2-C90D-7BDFAAF38E32}"/>
          </ac:spMkLst>
        </pc:spChg>
        <pc:spChg chg="mod">
          <ac:chgData name="Daniel Bruno de Souza Miranda" userId="0b7f867a-d1ad-45b6-941f-ea802dc0d23f" providerId="ADAL" clId="{35373E65-3D77-47FA-BA58-BAC00395BDDB}" dt="2026-04-23T22:31:00.205" v="1558" actId="2711"/>
          <ac:spMkLst>
            <pc:docMk/>
            <pc:sldMk cId="1506712120" sldId="317"/>
            <ac:spMk id="46" creationId="{6E519973-72C8-F482-0A5D-DAB206F2C913}"/>
          </ac:spMkLst>
        </pc:spChg>
        <pc:spChg chg="mod">
          <ac:chgData name="Daniel Bruno de Souza Miranda" userId="0b7f867a-d1ad-45b6-941f-ea802dc0d23f" providerId="ADAL" clId="{35373E65-3D77-47FA-BA58-BAC00395BDDB}" dt="2026-04-23T22:31:00.205" v="1558" actId="2711"/>
          <ac:spMkLst>
            <pc:docMk/>
            <pc:sldMk cId="1506712120" sldId="317"/>
            <ac:spMk id="48" creationId="{91DBD8B0-1C16-0D8E-915F-B28EB1AA8672}"/>
          </ac:spMkLst>
        </pc:spChg>
        <pc:spChg chg="mod">
          <ac:chgData name="Daniel Bruno de Souza Miranda" userId="0b7f867a-d1ad-45b6-941f-ea802dc0d23f" providerId="ADAL" clId="{35373E65-3D77-47FA-BA58-BAC00395BDDB}" dt="2026-04-23T22:31:00.205" v="1558" actId="2711"/>
          <ac:spMkLst>
            <pc:docMk/>
            <pc:sldMk cId="1506712120" sldId="317"/>
            <ac:spMk id="50" creationId="{4B78FE9A-3775-87F9-4A7A-61D3EA69E1DF}"/>
          </ac:spMkLst>
        </pc:spChg>
        <pc:spChg chg="mod">
          <ac:chgData name="Daniel Bruno de Souza Miranda" userId="0b7f867a-d1ad-45b6-941f-ea802dc0d23f" providerId="ADAL" clId="{35373E65-3D77-47FA-BA58-BAC00395BDDB}" dt="2026-04-23T22:31:00.205" v="1558" actId="2711"/>
          <ac:spMkLst>
            <pc:docMk/>
            <pc:sldMk cId="1506712120" sldId="317"/>
            <ac:spMk id="52" creationId="{7E640D29-0D2F-3F8D-502E-87F9510CEC72}"/>
          </ac:spMkLst>
        </pc:spChg>
        <pc:picChg chg="mod">
          <ac:chgData name="Daniel Bruno de Souza Miranda" userId="0b7f867a-d1ad-45b6-941f-ea802dc0d23f" providerId="ADAL" clId="{35373E65-3D77-47FA-BA58-BAC00395BDDB}" dt="2026-04-23T22:31:00.205" v="1558" actId="2711"/>
          <ac:picMkLst>
            <pc:docMk/>
            <pc:sldMk cId="1506712120" sldId="317"/>
            <ac:picMk id="40" creationId="{E7F111DD-98BF-8BE3-F53D-0B02D905987B}"/>
          </ac:picMkLst>
        </pc:picChg>
      </pc:sldChg>
      <pc:sldChg chg="del">
        <pc:chgData name="Daniel Bruno de Souza Miranda" userId="0b7f867a-d1ad-45b6-941f-ea802dc0d23f" providerId="ADAL" clId="{35373E65-3D77-47FA-BA58-BAC00395BDDB}" dt="2026-04-23T22:16:49.853" v="1272" actId="47"/>
        <pc:sldMkLst>
          <pc:docMk/>
          <pc:sldMk cId="2942663857" sldId="317"/>
        </pc:sldMkLst>
      </pc:sldChg>
      <pc:sldChg chg="addSp delSp modSp add mod">
        <pc:chgData name="Daniel Bruno de Souza Miranda" userId="0b7f867a-d1ad-45b6-941f-ea802dc0d23f" providerId="ADAL" clId="{35373E65-3D77-47FA-BA58-BAC00395BDDB}" dt="2026-04-23T23:12:15.012" v="2215" actId="14100"/>
        <pc:sldMkLst>
          <pc:docMk/>
          <pc:sldMk cId="1037762482" sldId="318"/>
        </pc:sldMkLst>
        <pc:spChg chg="add del mod">
          <ac:chgData name="Daniel Bruno de Souza Miranda" userId="0b7f867a-d1ad-45b6-941f-ea802dc0d23f" providerId="ADAL" clId="{35373E65-3D77-47FA-BA58-BAC00395BDDB}" dt="2026-04-23T22:25:10.835" v="1421" actId="478"/>
          <ac:spMkLst>
            <pc:docMk/>
            <pc:sldMk cId="1037762482" sldId="318"/>
            <ac:spMk id="2" creationId="{B371D886-63AC-6646-21CF-D89F4E882D38}"/>
          </ac:spMkLst>
        </pc:spChg>
        <pc:spChg chg="add del mod">
          <ac:chgData name="Daniel Bruno de Souza Miranda" userId="0b7f867a-d1ad-45b6-941f-ea802dc0d23f" providerId="ADAL" clId="{35373E65-3D77-47FA-BA58-BAC00395BDDB}" dt="2026-04-23T22:25:10.835" v="1421" actId="478"/>
          <ac:spMkLst>
            <pc:docMk/>
            <pc:sldMk cId="1037762482" sldId="318"/>
            <ac:spMk id="3" creationId="{AA8476D4-C18F-54E1-AAEB-A2193858BF25}"/>
          </ac:spMkLst>
        </pc:spChg>
        <pc:spChg chg="del">
          <ac:chgData name="Daniel Bruno de Souza Miranda" userId="0b7f867a-d1ad-45b6-941f-ea802dc0d23f" providerId="ADAL" clId="{35373E65-3D77-47FA-BA58-BAC00395BDDB}" dt="2026-04-23T22:20:53.060" v="1328" actId="478"/>
          <ac:spMkLst>
            <pc:docMk/>
            <pc:sldMk cId="1037762482" sldId="318"/>
            <ac:spMk id="4" creationId="{CF56664E-DBE4-BE1D-830C-21E282C1C32B}"/>
          </ac:spMkLst>
        </pc:spChg>
        <pc:spChg chg="add del mod">
          <ac:chgData name="Daniel Bruno de Souza Miranda" userId="0b7f867a-d1ad-45b6-941f-ea802dc0d23f" providerId="ADAL" clId="{35373E65-3D77-47FA-BA58-BAC00395BDDB}" dt="2026-04-23T22:25:10.835" v="1421" actId="478"/>
          <ac:spMkLst>
            <pc:docMk/>
            <pc:sldMk cId="1037762482" sldId="318"/>
            <ac:spMk id="5" creationId="{2733E501-5C43-E2FD-237B-A979EF2DD366}"/>
          </ac:spMkLst>
        </pc:spChg>
        <pc:spChg chg="add del mod">
          <ac:chgData name="Daniel Bruno de Souza Miranda" userId="0b7f867a-d1ad-45b6-941f-ea802dc0d23f" providerId="ADAL" clId="{35373E65-3D77-47FA-BA58-BAC00395BDDB}" dt="2026-04-23T22:25:10.835" v="1421" actId="478"/>
          <ac:spMkLst>
            <pc:docMk/>
            <pc:sldMk cId="1037762482" sldId="318"/>
            <ac:spMk id="6" creationId="{E99C0571-75B1-389D-1FB8-285E74BB7177}"/>
          </ac:spMkLst>
        </pc:spChg>
        <pc:spChg chg="add del mod">
          <ac:chgData name="Daniel Bruno de Souza Miranda" userId="0b7f867a-d1ad-45b6-941f-ea802dc0d23f" providerId="ADAL" clId="{35373E65-3D77-47FA-BA58-BAC00395BDDB}" dt="2026-04-23T22:25:10.835" v="1421" actId="478"/>
          <ac:spMkLst>
            <pc:docMk/>
            <pc:sldMk cId="1037762482" sldId="318"/>
            <ac:spMk id="7" creationId="{5B90BDA4-51E8-E4CF-1901-606B16C14295}"/>
          </ac:spMkLst>
        </pc:spChg>
        <pc:spChg chg="add del mod">
          <ac:chgData name="Daniel Bruno de Souza Miranda" userId="0b7f867a-d1ad-45b6-941f-ea802dc0d23f" providerId="ADAL" clId="{35373E65-3D77-47FA-BA58-BAC00395BDDB}" dt="2026-04-23T22:25:33.826" v="1425" actId="478"/>
          <ac:spMkLst>
            <pc:docMk/>
            <pc:sldMk cId="1037762482" sldId="318"/>
            <ac:spMk id="8" creationId="{C11F4186-31A8-E1DB-3C26-29658F04034B}"/>
          </ac:spMkLst>
        </pc:spChg>
        <pc:spChg chg="add del mod">
          <ac:chgData name="Daniel Bruno de Souza Miranda" userId="0b7f867a-d1ad-45b6-941f-ea802dc0d23f" providerId="ADAL" clId="{35373E65-3D77-47FA-BA58-BAC00395BDDB}" dt="2026-04-23T22:25:33.826" v="1425" actId="478"/>
          <ac:spMkLst>
            <pc:docMk/>
            <pc:sldMk cId="1037762482" sldId="318"/>
            <ac:spMk id="11" creationId="{1E63C214-1D24-3677-9F54-F0DB0A36C4CA}"/>
          </ac:spMkLst>
        </pc:spChg>
        <pc:spChg chg="add del mod">
          <ac:chgData name="Daniel Bruno de Souza Miranda" userId="0b7f867a-d1ad-45b6-941f-ea802dc0d23f" providerId="ADAL" clId="{35373E65-3D77-47FA-BA58-BAC00395BDDB}" dt="2026-04-23T22:25:33.826" v="1425" actId="478"/>
          <ac:spMkLst>
            <pc:docMk/>
            <pc:sldMk cId="1037762482" sldId="318"/>
            <ac:spMk id="12" creationId="{F78D43AE-218D-E8FD-43E6-CECF8975AD90}"/>
          </ac:spMkLst>
        </pc:spChg>
        <pc:spChg chg="add del mod">
          <ac:chgData name="Daniel Bruno de Souza Miranda" userId="0b7f867a-d1ad-45b6-941f-ea802dc0d23f" providerId="ADAL" clId="{35373E65-3D77-47FA-BA58-BAC00395BDDB}" dt="2026-04-23T22:25:33.826" v="1425" actId="478"/>
          <ac:spMkLst>
            <pc:docMk/>
            <pc:sldMk cId="1037762482" sldId="318"/>
            <ac:spMk id="16" creationId="{8CC256A2-8F14-CDBD-30E0-72C8AE1C518B}"/>
          </ac:spMkLst>
        </pc:spChg>
        <pc:spChg chg="add del mod">
          <ac:chgData name="Daniel Bruno de Souza Miranda" userId="0b7f867a-d1ad-45b6-941f-ea802dc0d23f" providerId="ADAL" clId="{35373E65-3D77-47FA-BA58-BAC00395BDDB}" dt="2026-04-23T22:25:33.826" v="1425" actId="478"/>
          <ac:spMkLst>
            <pc:docMk/>
            <pc:sldMk cId="1037762482" sldId="318"/>
            <ac:spMk id="20" creationId="{6132D8B4-A16A-1A38-F750-98982C3B0034}"/>
          </ac:spMkLst>
        </pc:spChg>
        <pc:spChg chg="add del mod">
          <ac:chgData name="Daniel Bruno de Souza Miranda" userId="0b7f867a-d1ad-45b6-941f-ea802dc0d23f" providerId="ADAL" clId="{35373E65-3D77-47FA-BA58-BAC00395BDDB}" dt="2026-04-23T22:25:33.826" v="1425" actId="478"/>
          <ac:spMkLst>
            <pc:docMk/>
            <pc:sldMk cId="1037762482" sldId="318"/>
            <ac:spMk id="22" creationId="{D5AC1AA1-DC34-C946-3F04-C9AC57FD34C6}"/>
          </ac:spMkLst>
        </pc:spChg>
        <pc:spChg chg="add del mod">
          <ac:chgData name="Daniel Bruno de Souza Miranda" userId="0b7f867a-d1ad-45b6-941f-ea802dc0d23f" providerId="ADAL" clId="{35373E65-3D77-47FA-BA58-BAC00395BDDB}" dt="2026-04-23T22:25:33.826" v="1425" actId="478"/>
          <ac:spMkLst>
            <pc:docMk/>
            <pc:sldMk cId="1037762482" sldId="318"/>
            <ac:spMk id="23" creationId="{C8A454BD-162A-9332-7DAE-3C241C09CC7E}"/>
          </ac:spMkLst>
        </pc:spChg>
        <pc:spChg chg="add del mod">
          <ac:chgData name="Daniel Bruno de Souza Miranda" userId="0b7f867a-d1ad-45b6-941f-ea802dc0d23f" providerId="ADAL" clId="{35373E65-3D77-47FA-BA58-BAC00395BDDB}" dt="2026-04-23T22:25:33.826" v="1425" actId="478"/>
          <ac:spMkLst>
            <pc:docMk/>
            <pc:sldMk cId="1037762482" sldId="318"/>
            <ac:spMk id="24" creationId="{60F82218-7486-CC7F-573D-D8DCC23D3CF0}"/>
          </ac:spMkLst>
        </pc:spChg>
        <pc:spChg chg="add del mod">
          <ac:chgData name="Daniel Bruno de Souza Miranda" userId="0b7f867a-d1ad-45b6-941f-ea802dc0d23f" providerId="ADAL" clId="{35373E65-3D77-47FA-BA58-BAC00395BDDB}" dt="2026-04-23T22:25:33.826" v="1425" actId="478"/>
          <ac:spMkLst>
            <pc:docMk/>
            <pc:sldMk cId="1037762482" sldId="318"/>
            <ac:spMk id="26" creationId="{FBC58E67-87B5-DEBA-CF43-9233B1939CA2}"/>
          </ac:spMkLst>
        </pc:spChg>
        <pc:spChg chg="add del mod">
          <ac:chgData name="Daniel Bruno de Souza Miranda" userId="0b7f867a-d1ad-45b6-941f-ea802dc0d23f" providerId="ADAL" clId="{35373E65-3D77-47FA-BA58-BAC00395BDDB}" dt="2026-04-23T22:25:33.826" v="1425" actId="478"/>
          <ac:spMkLst>
            <pc:docMk/>
            <pc:sldMk cId="1037762482" sldId="318"/>
            <ac:spMk id="29" creationId="{DE2664FE-FDA8-2F67-118D-9751B6CD63B3}"/>
          </ac:spMkLst>
        </pc:spChg>
        <pc:spChg chg="mod">
          <ac:chgData name="Daniel Bruno de Souza Miranda" userId="0b7f867a-d1ad-45b6-941f-ea802dc0d23f" providerId="ADAL" clId="{35373E65-3D77-47FA-BA58-BAC00395BDDB}" dt="2026-04-23T23:00:13.366" v="1856" actId="1076"/>
          <ac:spMkLst>
            <pc:docMk/>
            <pc:sldMk cId="1037762482" sldId="318"/>
            <ac:spMk id="30" creationId="{6977F6B3-26ED-961F-7C27-6E506B49B6D2}"/>
          </ac:spMkLst>
        </pc:spChg>
        <pc:spChg chg="del">
          <ac:chgData name="Daniel Bruno de Souza Miranda" userId="0b7f867a-d1ad-45b6-941f-ea802dc0d23f" providerId="ADAL" clId="{35373E65-3D77-47FA-BA58-BAC00395BDDB}" dt="2026-04-23T22:30:05.715" v="1547" actId="478"/>
          <ac:spMkLst>
            <pc:docMk/>
            <pc:sldMk cId="1037762482" sldId="318"/>
            <ac:spMk id="31" creationId="{90FD83A6-1785-0B9B-1A38-D6CAB4F88ECE}"/>
          </ac:spMkLst>
        </pc:spChg>
        <pc:spChg chg="add del mod">
          <ac:chgData name="Daniel Bruno de Souza Miranda" userId="0b7f867a-d1ad-45b6-941f-ea802dc0d23f" providerId="ADAL" clId="{35373E65-3D77-47FA-BA58-BAC00395BDDB}" dt="2026-04-23T23:00:33.843" v="1859" actId="478"/>
          <ac:spMkLst>
            <pc:docMk/>
            <pc:sldMk cId="1037762482" sldId="318"/>
            <ac:spMk id="32" creationId="{48FAECD9-7AE9-831F-C83C-6711FD46F946}"/>
          </ac:spMkLst>
        </pc:spChg>
        <pc:spChg chg="add del mod">
          <ac:chgData name="Daniel Bruno de Souza Miranda" userId="0b7f867a-d1ad-45b6-941f-ea802dc0d23f" providerId="ADAL" clId="{35373E65-3D77-47FA-BA58-BAC00395BDDB}" dt="2026-04-23T22:29:59.262" v="1541" actId="478"/>
          <ac:spMkLst>
            <pc:docMk/>
            <pc:sldMk cId="1037762482" sldId="318"/>
            <ac:spMk id="33" creationId="{4CC5B815-C005-D7B0-E17B-D7B6AAB5BD1B}"/>
          </ac:spMkLst>
        </pc:spChg>
        <pc:spChg chg="add del mod">
          <ac:chgData name="Daniel Bruno de Souza Miranda" userId="0b7f867a-d1ad-45b6-941f-ea802dc0d23f" providerId="ADAL" clId="{35373E65-3D77-47FA-BA58-BAC00395BDDB}" dt="2026-04-23T22:30:02.333" v="1544" actId="478"/>
          <ac:spMkLst>
            <pc:docMk/>
            <pc:sldMk cId="1037762482" sldId="318"/>
            <ac:spMk id="34" creationId="{472D6EF3-718D-C4AC-531A-062EAF585C97}"/>
          </ac:spMkLst>
        </pc:spChg>
        <pc:spChg chg="add mod">
          <ac:chgData name="Daniel Bruno de Souza Miranda" userId="0b7f867a-d1ad-45b6-941f-ea802dc0d23f" providerId="ADAL" clId="{35373E65-3D77-47FA-BA58-BAC00395BDDB}" dt="2026-04-23T23:12:15.012" v="2215" actId="14100"/>
          <ac:spMkLst>
            <pc:docMk/>
            <pc:sldMk cId="1037762482" sldId="318"/>
            <ac:spMk id="35" creationId="{1D8F63A8-C2F2-F1C5-2086-EBE350E6B08B}"/>
          </ac:spMkLst>
        </pc:spChg>
        <pc:spChg chg="mod">
          <ac:chgData name="Daniel Bruno de Souza Miranda" userId="0b7f867a-d1ad-45b6-941f-ea802dc0d23f" providerId="ADAL" clId="{35373E65-3D77-47FA-BA58-BAC00395BDDB}" dt="2026-04-23T23:00:13.366" v="1856" actId="1076"/>
          <ac:spMkLst>
            <pc:docMk/>
            <pc:sldMk cId="1037762482" sldId="318"/>
            <ac:spMk id="36" creationId="{95D400BE-3B54-0754-B7C0-22628115466E}"/>
          </ac:spMkLst>
        </pc:spChg>
        <pc:spChg chg="mod">
          <ac:chgData name="Daniel Bruno de Souza Miranda" userId="0b7f867a-d1ad-45b6-941f-ea802dc0d23f" providerId="ADAL" clId="{35373E65-3D77-47FA-BA58-BAC00395BDDB}" dt="2026-04-23T22:31:10.813" v="1562" actId="2711"/>
          <ac:spMkLst>
            <pc:docMk/>
            <pc:sldMk cId="1037762482" sldId="318"/>
            <ac:spMk id="38" creationId="{7FEAAD63-4A88-CBC9-D976-CA90015E006E}"/>
          </ac:spMkLst>
        </pc:spChg>
        <pc:spChg chg="mod">
          <ac:chgData name="Daniel Bruno de Souza Miranda" userId="0b7f867a-d1ad-45b6-941f-ea802dc0d23f" providerId="ADAL" clId="{35373E65-3D77-47FA-BA58-BAC00395BDDB}" dt="2026-04-23T23:00:13.366" v="1856" actId="1076"/>
          <ac:spMkLst>
            <pc:docMk/>
            <pc:sldMk cId="1037762482" sldId="318"/>
            <ac:spMk id="39" creationId="{57BA6902-D948-5544-27E6-66E4E5DC3BF2}"/>
          </ac:spMkLst>
        </pc:spChg>
        <pc:spChg chg="mod">
          <ac:chgData name="Daniel Bruno de Souza Miranda" userId="0b7f867a-d1ad-45b6-941f-ea802dc0d23f" providerId="ADAL" clId="{35373E65-3D77-47FA-BA58-BAC00395BDDB}" dt="2026-04-23T23:00:13.366" v="1856" actId="1076"/>
          <ac:spMkLst>
            <pc:docMk/>
            <pc:sldMk cId="1037762482" sldId="318"/>
            <ac:spMk id="42" creationId="{3BA820FA-1DDF-19EB-5A3D-2C27C8471DD0}"/>
          </ac:spMkLst>
        </pc:spChg>
        <pc:spChg chg="add mod">
          <ac:chgData name="Daniel Bruno de Souza Miranda" userId="0b7f867a-d1ad-45b6-941f-ea802dc0d23f" providerId="ADAL" clId="{35373E65-3D77-47FA-BA58-BAC00395BDDB}" dt="2026-04-23T23:00:13.366" v="1856" actId="1076"/>
          <ac:spMkLst>
            <pc:docMk/>
            <pc:sldMk cId="1037762482" sldId="318"/>
            <ac:spMk id="44" creationId="{2FE801E2-BE51-E41D-C947-6143704BDBA7}"/>
          </ac:spMkLst>
        </pc:spChg>
        <pc:spChg chg="add del mod">
          <ac:chgData name="Daniel Bruno de Souza Miranda" userId="0b7f867a-d1ad-45b6-941f-ea802dc0d23f" providerId="ADAL" clId="{35373E65-3D77-47FA-BA58-BAC00395BDDB}" dt="2026-04-23T22:30:00.086" v="1542" actId="478"/>
          <ac:spMkLst>
            <pc:docMk/>
            <pc:sldMk cId="1037762482" sldId="318"/>
            <ac:spMk id="45" creationId="{CF3741BF-1FBB-2C9C-23FF-867C2BE00689}"/>
          </ac:spMkLst>
        </pc:spChg>
        <pc:spChg chg="mod">
          <ac:chgData name="Daniel Bruno de Souza Miranda" userId="0b7f867a-d1ad-45b6-941f-ea802dc0d23f" providerId="ADAL" clId="{35373E65-3D77-47FA-BA58-BAC00395BDDB}" dt="2026-04-23T22:31:10.813" v="1562" actId="2711"/>
          <ac:spMkLst>
            <pc:docMk/>
            <pc:sldMk cId="1037762482" sldId="318"/>
            <ac:spMk id="46" creationId="{3ED2C030-0242-3A1F-23E2-15D2886F825D}"/>
          </ac:spMkLst>
        </pc:spChg>
        <pc:spChg chg="mod">
          <ac:chgData name="Daniel Bruno de Souza Miranda" userId="0b7f867a-d1ad-45b6-941f-ea802dc0d23f" providerId="ADAL" clId="{35373E65-3D77-47FA-BA58-BAC00395BDDB}" dt="2026-04-23T22:31:10.813" v="1562" actId="2711"/>
          <ac:spMkLst>
            <pc:docMk/>
            <pc:sldMk cId="1037762482" sldId="318"/>
            <ac:spMk id="48" creationId="{666A9B80-1D80-D9D3-3FEB-C70BE8332E0B}"/>
          </ac:spMkLst>
        </pc:spChg>
        <pc:spChg chg="add mod">
          <ac:chgData name="Daniel Bruno de Souza Miranda" userId="0b7f867a-d1ad-45b6-941f-ea802dc0d23f" providerId="ADAL" clId="{35373E65-3D77-47FA-BA58-BAC00395BDDB}" dt="2026-04-23T23:00:49.679" v="1865" actId="1076"/>
          <ac:spMkLst>
            <pc:docMk/>
            <pc:sldMk cId="1037762482" sldId="318"/>
            <ac:spMk id="49" creationId="{97822C5E-441C-9104-386D-C3B896B3A4D3}"/>
          </ac:spMkLst>
        </pc:spChg>
        <pc:spChg chg="add mod">
          <ac:chgData name="Daniel Bruno de Souza Miranda" userId="0b7f867a-d1ad-45b6-941f-ea802dc0d23f" providerId="ADAL" clId="{35373E65-3D77-47FA-BA58-BAC00395BDDB}" dt="2026-04-23T23:00:13.366" v="1856" actId="1076"/>
          <ac:spMkLst>
            <pc:docMk/>
            <pc:sldMk cId="1037762482" sldId="318"/>
            <ac:spMk id="51" creationId="{297856B3-B9D8-A4C6-90BF-263A45A31EBC}"/>
          </ac:spMkLst>
        </pc:spChg>
        <pc:spChg chg="mod">
          <ac:chgData name="Daniel Bruno de Souza Miranda" userId="0b7f867a-d1ad-45b6-941f-ea802dc0d23f" providerId="ADAL" clId="{35373E65-3D77-47FA-BA58-BAC00395BDDB}" dt="2026-04-23T22:31:10.813" v="1562" actId="2711"/>
          <ac:spMkLst>
            <pc:docMk/>
            <pc:sldMk cId="1037762482" sldId="318"/>
            <ac:spMk id="52" creationId="{FDF8A7C2-0B03-1D22-D4F6-A18B4A194EA2}"/>
          </ac:spMkLst>
        </pc:spChg>
        <pc:spChg chg="del">
          <ac:chgData name="Daniel Bruno de Souza Miranda" userId="0b7f867a-d1ad-45b6-941f-ea802dc0d23f" providerId="ADAL" clId="{35373E65-3D77-47FA-BA58-BAC00395BDDB}" dt="2026-04-23T22:30:00.703" v="1543" actId="478"/>
          <ac:spMkLst>
            <pc:docMk/>
            <pc:sldMk cId="1037762482" sldId="318"/>
            <ac:spMk id="53" creationId="{BD0D8CF7-8892-3007-EC21-95170F8ED1CC}"/>
          </ac:spMkLst>
        </pc:spChg>
        <pc:spChg chg="mod">
          <ac:chgData name="Daniel Bruno de Souza Miranda" userId="0b7f867a-d1ad-45b6-941f-ea802dc0d23f" providerId="ADAL" clId="{35373E65-3D77-47FA-BA58-BAC00395BDDB}" dt="2026-04-23T23:00:42.330" v="1861" actId="115"/>
          <ac:spMkLst>
            <pc:docMk/>
            <pc:sldMk cId="1037762482" sldId="318"/>
            <ac:spMk id="55" creationId="{BABFE0F3-4384-5D42-AA5F-75E9AA7D708F}"/>
          </ac:spMkLst>
        </pc:spChg>
        <pc:spChg chg="mod">
          <ac:chgData name="Daniel Bruno de Souza Miranda" userId="0b7f867a-d1ad-45b6-941f-ea802dc0d23f" providerId="ADAL" clId="{35373E65-3D77-47FA-BA58-BAC00395BDDB}" dt="2026-04-23T23:01:38.137" v="1870" actId="20577"/>
          <ac:spMkLst>
            <pc:docMk/>
            <pc:sldMk cId="1037762482" sldId="318"/>
            <ac:spMk id="56" creationId="{363DAD7B-D709-AA0B-BF5E-7D17CE9152A3}"/>
          </ac:spMkLst>
        </pc:spChg>
        <pc:spChg chg="add mod">
          <ac:chgData name="Daniel Bruno de Souza Miranda" userId="0b7f867a-d1ad-45b6-941f-ea802dc0d23f" providerId="ADAL" clId="{35373E65-3D77-47FA-BA58-BAC00395BDDB}" dt="2026-04-23T22:56:09.338" v="1821" actId="21"/>
          <ac:spMkLst>
            <pc:docMk/>
            <pc:sldMk cId="1037762482" sldId="318"/>
            <ac:spMk id="57" creationId="{792208F0-4AB5-688D-FC52-A49B4BA38E69}"/>
          </ac:spMkLst>
        </pc:spChg>
        <pc:spChg chg="add mod">
          <ac:chgData name="Daniel Bruno de Souza Miranda" userId="0b7f867a-d1ad-45b6-941f-ea802dc0d23f" providerId="ADAL" clId="{35373E65-3D77-47FA-BA58-BAC00395BDDB}" dt="2026-04-23T22:56:14.355" v="1825" actId="21"/>
          <ac:spMkLst>
            <pc:docMk/>
            <pc:sldMk cId="1037762482" sldId="318"/>
            <ac:spMk id="58" creationId="{592DEEDC-9B7B-83CA-DF1A-67C3D6BE90EC}"/>
          </ac:spMkLst>
        </pc:spChg>
        <pc:picChg chg="del">
          <ac:chgData name="Daniel Bruno de Souza Miranda" userId="0b7f867a-d1ad-45b6-941f-ea802dc0d23f" providerId="ADAL" clId="{35373E65-3D77-47FA-BA58-BAC00395BDDB}" dt="2026-04-23T22:55:01.302" v="1803" actId="478"/>
          <ac:picMkLst>
            <pc:docMk/>
            <pc:sldMk cId="1037762482" sldId="318"/>
            <ac:picMk id="37" creationId="{ACCEC251-0091-9CAC-2C3D-0EBBD6A8E59E}"/>
          </ac:picMkLst>
        </pc:picChg>
        <pc:picChg chg="del">
          <ac:chgData name="Daniel Bruno de Souza Miranda" userId="0b7f867a-d1ad-45b6-941f-ea802dc0d23f" providerId="ADAL" clId="{35373E65-3D77-47FA-BA58-BAC00395BDDB}" dt="2026-04-23T22:55:01.302" v="1803" actId="478"/>
          <ac:picMkLst>
            <pc:docMk/>
            <pc:sldMk cId="1037762482" sldId="318"/>
            <ac:picMk id="41" creationId="{00B5569F-232C-E13A-5852-722594EFB4D5}"/>
          </ac:picMkLst>
        </pc:picChg>
        <pc:picChg chg="del">
          <ac:chgData name="Daniel Bruno de Souza Miranda" userId="0b7f867a-d1ad-45b6-941f-ea802dc0d23f" providerId="ADAL" clId="{35373E65-3D77-47FA-BA58-BAC00395BDDB}" dt="2026-04-23T22:55:01.302" v="1803" actId="478"/>
          <ac:picMkLst>
            <pc:docMk/>
            <pc:sldMk cId="1037762482" sldId="318"/>
            <ac:picMk id="43" creationId="{9B167406-EC23-C0E2-A222-46B350FF2630}"/>
          </ac:picMkLst>
        </pc:picChg>
      </pc:sldChg>
      <pc:sldChg chg="modSp add mod ord">
        <pc:chgData name="Daniel Bruno de Souza Miranda" userId="0b7f867a-d1ad-45b6-941f-ea802dc0d23f" providerId="ADAL" clId="{35373E65-3D77-47FA-BA58-BAC00395BDDB}" dt="2026-04-23T22:31:03.424" v="1560" actId="27636"/>
        <pc:sldMkLst>
          <pc:docMk/>
          <pc:sldMk cId="3922459549" sldId="319"/>
        </pc:sldMkLst>
        <pc:spChg chg="mod">
          <ac:chgData name="Daniel Bruno de Souza Miranda" userId="0b7f867a-d1ad-45b6-941f-ea802dc0d23f" providerId="ADAL" clId="{35373E65-3D77-47FA-BA58-BAC00395BDDB}" dt="2026-04-23T22:31:03.424" v="1560" actId="27636"/>
          <ac:spMkLst>
            <pc:docMk/>
            <pc:sldMk cId="3922459549" sldId="319"/>
            <ac:spMk id="4" creationId="{0109DC2A-EDC0-6E3A-C55F-1E76FFEC0899}"/>
          </ac:spMkLst>
        </pc:spChg>
        <pc:spChg chg="mod">
          <ac:chgData name="Daniel Bruno de Souza Miranda" userId="0b7f867a-d1ad-45b6-941f-ea802dc0d23f" providerId="ADAL" clId="{35373E65-3D77-47FA-BA58-BAC00395BDDB}" dt="2026-04-23T22:31:03.424" v="1560" actId="27636"/>
          <ac:spMkLst>
            <pc:docMk/>
            <pc:sldMk cId="3922459549" sldId="319"/>
            <ac:spMk id="38" creationId="{72054A14-1C06-2BC1-B106-5E39A73FFDED}"/>
          </ac:spMkLst>
        </pc:spChg>
        <pc:spChg chg="mod">
          <ac:chgData name="Daniel Bruno de Souza Miranda" userId="0b7f867a-d1ad-45b6-941f-ea802dc0d23f" providerId="ADAL" clId="{35373E65-3D77-47FA-BA58-BAC00395BDDB}" dt="2026-04-23T22:31:03.424" v="1560" actId="27636"/>
          <ac:spMkLst>
            <pc:docMk/>
            <pc:sldMk cId="3922459549" sldId="319"/>
            <ac:spMk id="46" creationId="{56EF5FAB-18C7-323A-C835-0D9E51E063DD}"/>
          </ac:spMkLst>
        </pc:spChg>
        <pc:spChg chg="mod">
          <ac:chgData name="Daniel Bruno de Souza Miranda" userId="0b7f867a-d1ad-45b6-941f-ea802dc0d23f" providerId="ADAL" clId="{35373E65-3D77-47FA-BA58-BAC00395BDDB}" dt="2026-04-23T22:31:03.424" v="1560" actId="27636"/>
          <ac:spMkLst>
            <pc:docMk/>
            <pc:sldMk cId="3922459549" sldId="319"/>
            <ac:spMk id="48" creationId="{EC85F86B-AD62-D97A-C548-707137484260}"/>
          </ac:spMkLst>
        </pc:spChg>
        <pc:spChg chg="mod">
          <ac:chgData name="Daniel Bruno de Souza Miranda" userId="0b7f867a-d1ad-45b6-941f-ea802dc0d23f" providerId="ADAL" clId="{35373E65-3D77-47FA-BA58-BAC00395BDDB}" dt="2026-04-23T22:31:03.424" v="1560" actId="27636"/>
          <ac:spMkLst>
            <pc:docMk/>
            <pc:sldMk cId="3922459549" sldId="319"/>
            <ac:spMk id="50" creationId="{A3A85E08-611F-27E1-B43E-B90774671183}"/>
          </ac:spMkLst>
        </pc:spChg>
        <pc:spChg chg="mod">
          <ac:chgData name="Daniel Bruno de Souza Miranda" userId="0b7f867a-d1ad-45b6-941f-ea802dc0d23f" providerId="ADAL" clId="{35373E65-3D77-47FA-BA58-BAC00395BDDB}" dt="2026-04-23T22:31:03.424" v="1560" actId="27636"/>
          <ac:spMkLst>
            <pc:docMk/>
            <pc:sldMk cId="3922459549" sldId="319"/>
            <ac:spMk id="52" creationId="{AC5A3490-3323-672F-200E-0DD8A1A0777B}"/>
          </ac:spMkLst>
        </pc:spChg>
        <pc:picChg chg="mod">
          <ac:chgData name="Daniel Bruno de Souza Miranda" userId="0b7f867a-d1ad-45b6-941f-ea802dc0d23f" providerId="ADAL" clId="{35373E65-3D77-47FA-BA58-BAC00395BDDB}" dt="2026-04-23T22:31:03.424" v="1560" actId="27636"/>
          <ac:picMkLst>
            <pc:docMk/>
            <pc:sldMk cId="3922459549" sldId="319"/>
            <ac:picMk id="40" creationId="{370A59E1-35B0-30CE-8792-7D1A4FEC218A}"/>
          </ac:picMkLst>
        </pc:picChg>
      </pc:sldChg>
      <pc:sldChg chg="delSp modSp add mod ord">
        <pc:chgData name="Daniel Bruno de Souza Miranda" userId="0b7f867a-d1ad-45b6-941f-ea802dc0d23f" providerId="ADAL" clId="{35373E65-3D77-47FA-BA58-BAC00395BDDB}" dt="2026-04-23T23:08:57.677" v="2047" actId="255"/>
        <pc:sldMkLst>
          <pc:docMk/>
          <pc:sldMk cId="1739254921" sldId="320"/>
        </pc:sldMkLst>
        <pc:spChg chg="del">
          <ac:chgData name="Daniel Bruno de Souza Miranda" userId="0b7f867a-d1ad-45b6-941f-ea802dc0d23f" providerId="ADAL" clId="{35373E65-3D77-47FA-BA58-BAC00395BDDB}" dt="2026-04-23T23:07:36.168" v="2008" actId="478"/>
          <ac:spMkLst>
            <pc:docMk/>
            <pc:sldMk cId="1739254921" sldId="320"/>
            <ac:spMk id="8" creationId="{1AF741CA-E5CF-A83B-5373-31D95372645B}"/>
          </ac:spMkLst>
        </pc:spChg>
        <pc:spChg chg="del">
          <ac:chgData name="Daniel Bruno de Souza Miranda" userId="0b7f867a-d1ad-45b6-941f-ea802dc0d23f" providerId="ADAL" clId="{35373E65-3D77-47FA-BA58-BAC00395BDDB}" dt="2026-04-23T22:29:33.081" v="1535" actId="478"/>
          <ac:spMkLst>
            <pc:docMk/>
            <pc:sldMk cId="1739254921" sldId="320"/>
            <ac:spMk id="9" creationId="{8BAC4D82-DA5F-01FD-B849-2CE3B87E86A8}"/>
          </ac:spMkLst>
        </pc:spChg>
        <pc:spChg chg="del mod">
          <ac:chgData name="Daniel Bruno de Souza Miranda" userId="0b7f867a-d1ad-45b6-941f-ea802dc0d23f" providerId="ADAL" clId="{35373E65-3D77-47FA-BA58-BAC00395BDDB}" dt="2026-04-23T23:07:39.607" v="2009" actId="478"/>
          <ac:spMkLst>
            <pc:docMk/>
            <pc:sldMk cId="1739254921" sldId="320"/>
            <ac:spMk id="10" creationId="{DA1E85B1-1263-4351-C9EC-7BBAC51F5E27}"/>
          </ac:spMkLst>
        </pc:spChg>
        <pc:spChg chg="del">
          <ac:chgData name="Daniel Bruno de Souza Miranda" userId="0b7f867a-d1ad-45b6-941f-ea802dc0d23f" providerId="ADAL" clId="{35373E65-3D77-47FA-BA58-BAC00395BDDB}" dt="2026-04-23T22:29:27.729" v="1532" actId="478"/>
          <ac:spMkLst>
            <pc:docMk/>
            <pc:sldMk cId="1739254921" sldId="320"/>
            <ac:spMk id="11" creationId="{AF512148-C551-8BA9-B699-FC8D46C2CC8F}"/>
          </ac:spMkLst>
        </pc:spChg>
        <pc:spChg chg="del mod">
          <ac:chgData name="Daniel Bruno de Souza Miranda" userId="0b7f867a-d1ad-45b6-941f-ea802dc0d23f" providerId="ADAL" clId="{35373E65-3D77-47FA-BA58-BAC00395BDDB}" dt="2026-04-23T22:29:32.129" v="1534" actId="478"/>
          <ac:spMkLst>
            <pc:docMk/>
            <pc:sldMk cId="1739254921" sldId="320"/>
            <ac:spMk id="12" creationId="{2B31F0DE-BBF2-0792-21A2-27E5075EA683}"/>
          </ac:spMkLst>
        </pc:spChg>
        <pc:spChg chg="mod">
          <ac:chgData name="Daniel Bruno de Souza Miranda" userId="0b7f867a-d1ad-45b6-941f-ea802dc0d23f" providerId="ADAL" clId="{35373E65-3D77-47FA-BA58-BAC00395BDDB}" dt="2026-04-23T23:07:43" v="2010" actId="1076"/>
          <ac:spMkLst>
            <pc:docMk/>
            <pc:sldMk cId="1739254921" sldId="320"/>
            <ac:spMk id="13" creationId="{F9D33F3A-FD87-F1DE-D065-6ACAED61A711}"/>
          </ac:spMkLst>
        </pc:spChg>
        <pc:spChg chg="mod">
          <ac:chgData name="Daniel Bruno de Souza Miranda" userId="0b7f867a-d1ad-45b6-941f-ea802dc0d23f" providerId="ADAL" clId="{35373E65-3D77-47FA-BA58-BAC00395BDDB}" dt="2026-04-23T23:08:57.677" v="2047" actId="255"/>
          <ac:spMkLst>
            <pc:docMk/>
            <pc:sldMk cId="1739254921" sldId="320"/>
            <ac:spMk id="14" creationId="{825065BF-3568-C70D-9637-C05023015CD7}"/>
          </ac:spMkLst>
        </pc:spChg>
        <pc:spChg chg="mod">
          <ac:chgData name="Daniel Bruno de Souza Miranda" userId="0b7f867a-d1ad-45b6-941f-ea802dc0d23f" providerId="ADAL" clId="{35373E65-3D77-47FA-BA58-BAC00395BDDB}" dt="2026-04-23T23:05:52.971" v="1953" actId="21"/>
          <ac:spMkLst>
            <pc:docMk/>
            <pc:sldMk cId="1739254921" sldId="320"/>
            <ac:spMk id="15" creationId="{865CCDBB-A0B3-D0AD-EF0F-20229D1A844A}"/>
          </ac:spMkLst>
        </pc:spChg>
        <pc:spChg chg="mod">
          <ac:chgData name="Daniel Bruno de Souza Miranda" userId="0b7f867a-d1ad-45b6-941f-ea802dc0d23f" providerId="ADAL" clId="{35373E65-3D77-47FA-BA58-BAC00395BDDB}" dt="2026-04-23T23:05:56.910" v="1957" actId="21"/>
          <ac:spMkLst>
            <pc:docMk/>
            <pc:sldMk cId="1739254921" sldId="320"/>
            <ac:spMk id="16" creationId="{BB7B5ACF-EB72-36FC-19EE-C91A21B9CC5E}"/>
          </ac:spMkLst>
        </pc:spChg>
        <pc:spChg chg="mod">
          <ac:chgData name="Daniel Bruno de Souza Miranda" userId="0b7f867a-d1ad-45b6-941f-ea802dc0d23f" providerId="ADAL" clId="{35373E65-3D77-47FA-BA58-BAC00395BDDB}" dt="2026-04-23T23:05:59.945" v="1960" actId="21"/>
          <ac:spMkLst>
            <pc:docMk/>
            <pc:sldMk cId="1739254921" sldId="320"/>
            <ac:spMk id="17" creationId="{AC21E809-9236-648D-55DB-BDFDA5921AB9}"/>
          </ac:spMkLst>
        </pc:spChg>
        <pc:spChg chg="del mod">
          <ac:chgData name="Daniel Bruno de Souza Miranda" userId="0b7f867a-d1ad-45b6-941f-ea802dc0d23f" providerId="ADAL" clId="{35373E65-3D77-47FA-BA58-BAC00395BDDB}" dt="2026-04-23T22:29:38.472" v="1537" actId="478"/>
          <ac:spMkLst>
            <pc:docMk/>
            <pc:sldMk cId="1739254921" sldId="320"/>
            <ac:spMk id="18" creationId="{67DFED4B-3AFC-5095-723A-26BCC434FF62}"/>
          </ac:spMkLst>
        </pc:spChg>
        <pc:spChg chg="mod">
          <ac:chgData name="Daniel Bruno de Souza Miranda" userId="0b7f867a-d1ad-45b6-941f-ea802dc0d23f" providerId="ADAL" clId="{35373E65-3D77-47FA-BA58-BAC00395BDDB}" dt="2026-04-23T23:07:48.337" v="2012" actId="1076"/>
          <ac:spMkLst>
            <pc:docMk/>
            <pc:sldMk cId="1739254921" sldId="320"/>
            <ac:spMk id="20" creationId="{B96CD2FA-5001-7FD9-E85E-C199004BBAE5}"/>
          </ac:spMkLst>
        </pc:spChg>
        <pc:spChg chg="mod">
          <ac:chgData name="Daniel Bruno de Souza Miranda" userId="0b7f867a-d1ad-45b6-941f-ea802dc0d23f" providerId="ADAL" clId="{35373E65-3D77-47FA-BA58-BAC00395BDDB}" dt="2026-04-23T23:07:54.040" v="2014" actId="123"/>
          <ac:spMkLst>
            <pc:docMk/>
            <pc:sldMk cId="1739254921" sldId="320"/>
            <ac:spMk id="21" creationId="{38692262-343A-3666-7D27-F00F03789A89}"/>
          </ac:spMkLst>
        </pc:spChg>
        <pc:spChg chg="del mod">
          <ac:chgData name="Daniel Bruno de Souza Miranda" userId="0b7f867a-d1ad-45b6-941f-ea802dc0d23f" providerId="ADAL" clId="{35373E65-3D77-47FA-BA58-BAC00395BDDB}" dt="2026-04-23T23:07:19.267" v="2005" actId="478"/>
          <ac:spMkLst>
            <pc:docMk/>
            <pc:sldMk cId="1739254921" sldId="320"/>
            <ac:spMk id="22" creationId="{74859045-C8E8-2FEA-1D00-3FD128513C29}"/>
          </ac:spMkLst>
        </pc:spChg>
        <pc:spChg chg="del mod">
          <ac:chgData name="Daniel Bruno de Souza Miranda" userId="0b7f867a-d1ad-45b6-941f-ea802dc0d23f" providerId="ADAL" clId="{35373E65-3D77-47FA-BA58-BAC00395BDDB}" dt="2026-04-23T23:08:28.105" v="2044" actId="478"/>
          <ac:spMkLst>
            <pc:docMk/>
            <pc:sldMk cId="1739254921" sldId="320"/>
            <ac:spMk id="23" creationId="{09287C60-00B0-9FBE-05F3-073046D17864}"/>
          </ac:spMkLst>
        </pc:spChg>
        <pc:spChg chg="del mod">
          <ac:chgData name="Daniel Bruno de Souza Miranda" userId="0b7f867a-d1ad-45b6-941f-ea802dc0d23f" providerId="ADAL" clId="{35373E65-3D77-47FA-BA58-BAC00395BDDB}" dt="2026-04-23T22:29:39.241" v="1538" actId="478"/>
          <ac:spMkLst>
            <pc:docMk/>
            <pc:sldMk cId="1739254921" sldId="320"/>
            <ac:spMk id="24" creationId="{DEDF70CE-7613-935A-2643-79C6E29095C1}"/>
          </ac:spMkLst>
        </pc:spChg>
        <pc:spChg chg="mod">
          <ac:chgData name="Daniel Bruno de Souza Miranda" userId="0b7f867a-d1ad-45b6-941f-ea802dc0d23f" providerId="ADAL" clId="{35373E65-3D77-47FA-BA58-BAC00395BDDB}" dt="2026-04-23T23:08:09.446" v="2034" actId="1076"/>
          <ac:spMkLst>
            <pc:docMk/>
            <pc:sldMk cId="1739254921" sldId="320"/>
            <ac:spMk id="26" creationId="{7954E397-4F5C-5CBE-992C-FF2AA8F59A30}"/>
          </ac:spMkLst>
        </pc:spChg>
        <pc:spChg chg="mod">
          <ac:chgData name="Daniel Bruno de Souza Miranda" userId="0b7f867a-d1ad-45b6-941f-ea802dc0d23f" providerId="ADAL" clId="{35373E65-3D77-47FA-BA58-BAC00395BDDB}" dt="2026-04-23T23:08:31.773" v="2045" actId="255"/>
          <ac:spMkLst>
            <pc:docMk/>
            <pc:sldMk cId="1739254921" sldId="320"/>
            <ac:spMk id="27" creationId="{5836BC2A-E67E-827E-7454-A604B39A4ED0}"/>
          </ac:spMkLst>
        </pc:spChg>
        <pc:spChg chg="mod">
          <ac:chgData name="Daniel Bruno de Souza Miranda" userId="0b7f867a-d1ad-45b6-941f-ea802dc0d23f" providerId="ADAL" clId="{35373E65-3D77-47FA-BA58-BAC00395BDDB}" dt="2026-04-23T23:08:13.773" v="2036" actId="21"/>
          <ac:spMkLst>
            <pc:docMk/>
            <pc:sldMk cId="1739254921" sldId="320"/>
            <ac:spMk id="28" creationId="{B25DC8B5-75D1-E959-60D5-B32E6AB241E8}"/>
          </ac:spMkLst>
        </pc:spChg>
        <pc:spChg chg="mod">
          <ac:chgData name="Daniel Bruno de Souza Miranda" userId="0b7f867a-d1ad-45b6-941f-ea802dc0d23f" providerId="ADAL" clId="{35373E65-3D77-47FA-BA58-BAC00395BDDB}" dt="2026-04-23T23:08:18.784" v="2039" actId="21"/>
          <ac:spMkLst>
            <pc:docMk/>
            <pc:sldMk cId="1739254921" sldId="320"/>
            <ac:spMk id="29" creationId="{366C80FD-D9B7-47A9-F2D6-6E261CFA9938}"/>
          </ac:spMkLst>
        </pc:spChg>
        <pc:spChg chg="mod">
          <ac:chgData name="Daniel Bruno de Souza Miranda" userId="0b7f867a-d1ad-45b6-941f-ea802dc0d23f" providerId="ADAL" clId="{35373E65-3D77-47FA-BA58-BAC00395BDDB}" dt="2026-04-23T22:31:06.687" v="1561" actId="2711"/>
          <ac:spMkLst>
            <pc:docMk/>
            <pc:sldMk cId="1739254921" sldId="320"/>
            <ac:spMk id="38" creationId="{FB52E9EE-F3DA-561E-C3BB-A185D9F060D5}"/>
          </ac:spMkLst>
        </pc:spChg>
        <pc:spChg chg="mod">
          <ac:chgData name="Daniel Bruno de Souza Miranda" userId="0b7f867a-d1ad-45b6-941f-ea802dc0d23f" providerId="ADAL" clId="{35373E65-3D77-47FA-BA58-BAC00395BDDB}" dt="2026-04-23T22:31:06.687" v="1561" actId="2711"/>
          <ac:spMkLst>
            <pc:docMk/>
            <pc:sldMk cId="1739254921" sldId="320"/>
            <ac:spMk id="48" creationId="{EA21A57E-6D3D-5A09-15AB-EFD2F162FF16}"/>
          </ac:spMkLst>
        </pc:spChg>
        <pc:spChg chg="mod">
          <ac:chgData name="Daniel Bruno de Souza Miranda" userId="0b7f867a-d1ad-45b6-941f-ea802dc0d23f" providerId="ADAL" clId="{35373E65-3D77-47FA-BA58-BAC00395BDDB}" dt="2026-04-23T22:31:06.687" v="1561" actId="2711"/>
          <ac:spMkLst>
            <pc:docMk/>
            <pc:sldMk cId="1739254921" sldId="320"/>
            <ac:spMk id="50" creationId="{21F71135-903F-56FB-9319-701AA843AAA7}"/>
          </ac:spMkLst>
        </pc:spChg>
      </pc:sldChg>
      <pc:sldChg chg="addSp delSp modSp add mod">
        <pc:chgData name="Daniel Bruno de Souza Miranda" userId="0b7f867a-d1ad-45b6-941f-ea802dc0d23f" providerId="ADAL" clId="{35373E65-3D77-47FA-BA58-BAC00395BDDB}" dt="2026-04-23T23:05:36.199" v="1951" actId="123"/>
        <pc:sldMkLst>
          <pc:docMk/>
          <pc:sldMk cId="671537893" sldId="321"/>
        </pc:sldMkLst>
        <pc:spChg chg="del">
          <ac:chgData name="Daniel Bruno de Souza Miranda" userId="0b7f867a-d1ad-45b6-941f-ea802dc0d23f" providerId="ADAL" clId="{35373E65-3D77-47FA-BA58-BAC00395BDDB}" dt="2026-04-23T23:03:24.259" v="1898" actId="478"/>
          <ac:spMkLst>
            <pc:docMk/>
            <pc:sldMk cId="671537893" sldId="321"/>
            <ac:spMk id="2" creationId="{B675E99B-68EB-EAED-747C-B2974829C3E9}"/>
          </ac:spMkLst>
        </pc:spChg>
        <pc:spChg chg="add del mod">
          <ac:chgData name="Daniel Bruno de Souza Miranda" userId="0b7f867a-d1ad-45b6-941f-ea802dc0d23f" providerId="ADAL" clId="{35373E65-3D77-47FA-BA58-BAC00395BDDB}" dt="2026-04-23T22:30:12.444" v="1549" actId="478"/>
          <ac:spMkLst>
            <pc:docMk/>
            <pc:sldMk cId="671537893" sldId="321"/>
            <ac:spMk id="3" creationId="{62BEE536-24BB-DDB9-B246-66FC7DBB5A9E}"/>
          </ac:spMkLst>
        </pc:spChg>
        <pc:spChg chg="mod">
          <ac:chgData name="Daniel Bruno de Souza Miranda" userId="0b7f867a-d1ad-45b6-941f-ea802dc0d23f" providerId="ADAL" clId="{35373E65-3D77-47FA-BA58-BAC00395BDDB}" dt="2026-04-23T23:05:24.006" v="1944" actId="255"/>
          <ac:spMkLst>
            <pc:docMk/>
            <pc:sldMk cId="671537893" sldId="321"/>
            <ac:spMk id="4" creationId="{6B70A677-173B-6E78-BB75-BCB64F6186E2}"/>
          </ac:spMkLst>
        </pc:spChg>
        <pc:spChg chg="add mod">
          <ac:chgData name="Daniel Bruno de Souza Miranda" userId="0b7f867a-d1ad-45b6-941f-ea802dc0d23f" providerId="ADAL" clId="{35373E65-3D77-47FA-BA58-BAC00395BDDB}" dt="2026-04-23T23:05:30.770" v="1949" actId="123"/>
          <ac:spMkLst>
            <pc:docMk/>
            <pc:sldMk cId="671537893" sldId="321"/>
            <ac:spMk id="5" creationId="{4F2AE3D6-D811-2D62-7AA7-55BC1E140969}"/>
          </ac:spMkLst>
        </pc:spChg>
        <pc:spChg chg="add mod">
          <ac:chgData name="Daniel Bruno de Souza Miranda" userId="0b7f867a-d1ad-45b6-941f-ea802dc0d23f" providerId="ADAL" clId="{35373E65-3D77-47FA-BA58-BAC00395BDDB}" dt="2026-04-23T23:04:00.776" v="1904" actId="1076"/>
          <ac:spMkLst>
            <pc:docMk/>
            <pc:sldMk cId="671537893" sldId="321"/>
            <ac:spMk id="7" creationId="{9877A668-1073-2007-AF5E-7B93E9BD7945}"/>
          </ac:spMkLst>
        </pc:spChg>
        <pc:spChg chg="add mod">
          <ac:chgData name="Daniel Bruno de Souza Miranda" userId="0b7f867a-d1ad-45b6-941f-ea802dc0d23f" providerId="ADAL" clId="{35373E65-3D77-47FA-BA58-BAC00395BDDB}" dt="2026-04-23T23:04:00.776" v="1904" actId="1076"/>
          <ac:spMkLst>
            <pc:docMk/>
            <pc:sldMk cId="671537893" sldId="321"/>
            <ac:spMk id="9" creationId="{00F32AD6-5D29-E76F-616A-7DABB5F06329}"/>
          </ac:spMkLst>
        </pc:spChg>
        <pc:spChg chg="add mod">
          <ac:chgData name="Daniel Bruno de Souza Miranda" userId="0b7f867a-d1ad-45b6-941f-ea802dc0d23f" providerId="ADAL" clId="{35373E65-3D77-47FA-BA58-BAC00395BDDB}" dt="2026-04-23T23:04:00.776" v="1904" actId="1076"/>
          <ac:spMkLst>
            <pc:docMk/>
            <pc:sldMk cId="671537893" sldId="321"/>
            <ac:spMk id="11" creationId="{9CD32786-F1F4-F248-2521-E1C042195701}"/>
          </ac:spMkLst>
        </pc:spChg>
        <pc:spChg chg="mod">
          <ac:chgData name="Daniel Bruno de Souza Miranda" userId="0b7f867a-d1ad-45b6-941f-ea802dc0d23f" providerId="ADAL" clId="{35373E65-3D77-47FA-BA58-BAC00395BDDB}" dt="2026-04-23T23:05:20.502" v="1943" actId="255"/>
          <ac:spMkLst>
            <pc:docMk/>
            <pc:sldMk cId="671537893" sldId="321"/>
            <ac:spMk id="12" creationId="{C60E6C1F-2281-218B-A7DE-70CD9FD25D62}"/>
          </ac:spMkLst>
        </pc:spChg>
        <pc:spChg chg="add mod">
          <ac:chgData name="Daniel Bruno de Souza Miranda" userId="0b7f867a-d1ad-45b6-941f-ea802dc0d23f" providerId="ADAL" clId="{35373E65-3D77-47FA-BA58-BAC00395BDDB}" dt="2026-04-23T23:05:36.199" v="1951" actId="123"/>
          <ac:spMkLst>
            <pc:docMk/>
            <pc:sldMk cId="671537893" sldId="321"/>
            <ac:spMk id="13" creationId="{FA69BE0C-20BA-5F5B-BBD4-B4365F13F52F}"/>
          </ac:spMkLst>
        </pc:spChg>
        <pc:spChg chg="add mod">
          <ac:chgData name="Daniel Bruno de Souza Miranda" userId="0b7f867a-d1ad-45b6-941f-ea802dc0d23f" providerId="ADAL" clId="{35373E65-3D77-47FA-BA58-BAC00395BDDB}" dt="2026-04-23T23:03:33.120" v="1899" actId="255"/>
          <ac:spMkLst>
            <pc:docMk/>
            <pc:sldMk cId="671537893" sldId="321"/>
            <ac:spMk id="14" creationId="{AA98E31C-FA74-9B34-9BE0-B2C7C61EBB79}"/>
          </ac:spMkLst>
        </pc:spChg>
        <pc:spChg chg="add del mod">
          <ac:chgData name="Daniel Bruno de Souza Miranda" userId="0b7f867a-d1ad-45b6-941f-ea802dc0d23f" providerId="ADAL" clId="{35373E65-3D77-47FA-BA58-BAC00395BDDB}" dt="2026-04-23T23:04:36.442" v="1934" actId="478"/>
          <ac:spMkLst>
            <pc:docMk/>
            <pc:sldMk cId="671537893" sldId="321"/>
            <ac:spMk id="15" creationId="{F87B8029-5B8E-A4CE-4EFB-B5BE20E4B7A0}"/>
          </ac:spMkLst>
        </pc:spChg>
        <pc:spChg chg="mod">
          <ac:chgData name="Daniel Bruno de Souza Miranda" userId="0b7f867a-d1ad-45b6-941f-ea802dc0d23f" providerId="ADAL" clId="{35373E65-3D77-47FA-BA58-BAC00395BDDB}" dt="2026-04-23T23:04:59.738" v="1940" actId="1076"/>
          <ac:spMkLst>
            <pc:docMk/>
            <pc:sldMk cId="671537893" sldId="321"/>
            <ac:spMk id="16" creationId="{C4E90488-926A-59EF-CBD6-C6D316ACF27E}"/>
          </ac:spMkLst>
        </pc:spChg>
        <pc:spChg chg="add mod">
          <ac:chgData name="Daniel Bruno de Souza Miranda" userId="0b7f867a-d1ad-45b6-941f-ea802dc0d23f" providerId="ADAL" clId="{35373E65-3D77-47FA-BA58-BAC00395BDDB}" dt="2026-04-23T23:05:33.153" v="1950" actId="123"/>
          <ac:spMkLst>
            <pc:docMk/>
            <pc:sldMk cId="671537893" sldId="321"/>
            <ac:spMk id="17" creationId="{18AE9E91-F0E4-75D1-F09E-68B9E56BA260}"/>
          </ac:spMkLst>
        </pc:spChg>
        <pc:spChg chg="add mod">
          <ac:chgData name="Daniel Bruno de Souza Miranda" userId="0b7f867a-d1ad-45b6-941f-ea802dc0d23f" providerId="ADAL" clId="{35373E65-3D77-47FA-BA58-BAC00395BDDB}" dt="2026-04-23T23:03:33.120" v="1899" actId="255"/>
          <ac:spMkLst>
            <pc:docMk/>
            <pc:sldMk cId="671537893" sldId="321"/>
            <ac:spMk id="18" creationId="{2F2BE99F-1D27-5EBF-EECC-07EEAF243529}"/>
          </ac:spMkLst>
        </pc:spChg>
        <pc:spChg chg="add mod">
          <ac:chgData name="Daniel Bruno de Souza Miranda" userId="0b7f867a-d1ad-45b6-941f-ea802dc0d23f" providerId="ADAL" clId="{35373E65-3D77-47FA-BA58-BAC00395BDDB}" dt="2026-04-23T23:03:33.120" v="1899" actId="255"/>
          <ac:spMkLst>
            <pc:docMk/>
            <pc:sldMk cId="671537893" sldId="321"/>
            <ac:spMk id="19" creationId="{E6B837FD-D00E-1026-351E-F905BAF42BFB}"/>
          </ac:spMkLst>
        </pc:spChg>
        <pc:spChg chg="del">
          <ac:chgData name="Daniel Bruno de Souza Miranda" userId="0b7f867a-d1ad-45b6-941f-ea802dc0d23f" providerId="ADAL" clId="{35373E65-3D77-47FA-BA58-BAC00395BDDB}" dt="2026-04-23T22:26:04.181" v="1433" actId="478"/>
          <ac:spMkLst>
            <pc:docMk/>
            <pc:sldMk cId="671537893" sldId="321"/>
            <ac:spMk id="30" creationId="{9AC46C8A-70A9-B6E8-F3F9-E325CC200060}"/>
          </ac:spMkLst>
        </pc:spChg>
        <pc:spChg chg="del">
          <ac:chgData name="Daniel Bruno de Souza Miranda" userId="0b7f867a-d1ad-45b6-941f-ea802dc0d23f" providerId="ADAL" clId="{35373E65-3D77-47FA-BA58-BAC00395BDDB}" dt="2026-04-23T22:26:04.181" v="1433" actId="478"/>
          <ac:spMkLst>
            <pc:docMk/>
            <pc:sldMk cId="671537893" sldId="321"/>
            <ac:spMk id="33" creationId="{798A08DE-BD96-43F4-6F14-8D28ED2A71B5}"/>
          </ac:spMkLst>
        </pc:spChg>
        <pc:spChg chg="del">
          <ac:chgData name="Daniel Bruno de Souza Miranda" userId="0b7f867a-d1ad-45b6-941f-ea802dc0d23f" providerId="ADAL" clId="{35373E65-3D77-47FA-BA58-BAC00395BDDB}" dt="2026-04-23T22:26:04.181" v="1433" actId="478"/>
          <ac:spMkLst>
            <pc:docMk/>
            <pc:sldMk cId="671537893" sldId="321"/>
            <ac:spMk id="36" creationId="{C1810AAA-5360-FC6A-EAD8-3E5B2FB89943}"/>
          </ac:spMkLst>
        </pc:spChg>
        <pc:spChg chg="mod">
          <ac:chgData name="Daniel Bruno de Souza Miranda" userId="0b7f867a-d1ad-45b6-941f-ea802dc0d23f" providerId="ADAL" clId="{35373E65-3D77-47FA-BA58-BAC00395BDDB}" dt="2026-04-23T22:26:13.709" v="1438" actId="207"/>
          <ac:spMkLst>
            <pc:docMk/>
            <pc:sldMk cId="671537893" sldId="321"/>
            <ac:spMk id="38" creationId="{51EA5AF9-B02C-0FB8-F0DF-032F3F0C9C10}"/>
          </ac:spMkLst>
        </pc:spChg>
        <pc:spChg chg="del">
          <ac:chgData name="Daniel Bruno de Souza Miranda" userId="0b7f867a-d1ad-45b6-941f-ea802dc0d23f" providerId="ADAL" clId="{35373E65-3D77-47FA-BA58-BAC00395BDDB}" dt="2026-04-23T22:26:04.181" v="1433" actId="478"/>
          <ac:spMkLst>
            <pc:docMk/>
            <pc:sldMk cId="671537893" sldId="321"/>
            <ac:spMk id="42" creationId="{7F81F131-2DC3-2EF4-0D1D-FBA599571A0D}"/>
          </ac:spMkLst>
        </pc:spChg>
        <pc:spChg chg="del">
          <ac:chgData name="Daniel Bruno de Souza Miranda" userId="0b7f867a-d1ad-45b6-941f-ea802dc0d23f" providerId="ADAL" clId="{35373E65-3D77-47FA-BA58-BAC00395BDDB}" dt="2026-04-23T22:26:04.181" v="1433" actId="478"/>
          <ac:spMkLst>
            <pc:docMk/>
            <pc:sldMk cId="671537893" sldId="321"/>
            <ac:spMk id="44" creationId="{593BA3FD-42D9-99EB-C221-3BCC16119CFC}"/>
          </ac:spMkLst>
        </pc:spChg>
        <pc:spChg chg="mod">
          <ac:chgData name="Daniel Bruno de Souza Miranda" userId="0b7f867a-d1ad-45b6-941f-ea802dc0d23f" providerId="ADAL" clId="{35373E65-3D77-47FA-BA58-BAC00395BDDB}" dt="2026-04-23T22:31:13.953" v="1563" actId="2711"/>
          <ac:spMkLst>
            <pc:docMk/>
            <pc:sldMk cId="671537893" sldId="321"/>
            <ac:spMk id="46" creationId="{06180B47-0195-3671-8D5C-DE719212D89E}"/>
          </ac:spMkLst>
        </pc:spChg>
        <pc:spChg chg="mod">
          <ac:chgData name="Daniel Bruno de Souza Miranda" userId="0b7f867a-d1ad-45b6-941f-ea802dc0d23f" providerId="ADAL" clId="{35373E65-3D77-47FA-BA58-BAC00395BDDB}" dt="2026-04-23T22:31:13.953" v="1563" actId="2711"/>
          <ac:spMkLst>
            <pc:docMk/>
            <pc:sldMk cId="671537893" sldId="321"/>
            <ac:spMk id="48" creationId="{7E68E3D0-7E60-E232-F5C8-453B7AC7C19D}"/>
          </ac:spMkLst>
        </pc:spChg>
        <pc:spChg chg="del">
          <ac:chgData name="Daniel Bruno de Souza Miranda" userId="0b7f867a-d1ad-45b6-941f-ea802dc0d23f" providerId="ADAL" clId="{35373E65-3D77-47FA-BA58-BAC00395BDDB}" dt="2026-04-23T22:26:04.181" v="1433" actId="478"/>
          <ac:spMkLst>
            <pc:docMk/>
            <pc:sldMk cId="671537893" sldId="321"/>
            <ac:spMk id="51" creationId="{ED2CE414-154D-7BEF-B8C3-5CC4FF11DB0A}"/>
          </ac:spMkLst>
        </pc:spChg>
        <pc:spChg chg="del">
          <ac:chgData name="Daniel Bruno de Souza Miranda" userId="0b7f867a-d1ad-45b6-941f-ea802dc0d23f" providerId="ADAL" clId="{35373E65-3D77-47FA-BA58-BAC00395BDDB}" dt="2026-04-23T22:26:04.181" v="1433" actId="478"/>
          <ac:spMkLst>
            <pc:docMk/>
            <pc:sldMk cId="671537893" sldId="321"/>
            <ac:spMk id="55" creationId="{44E1C559-EBAC-6775-7D96-B9F3CDF630CF}"/>
          </ac:spMkLst>
        </pc:spChg>
        <pc:spChg chg="del">
          <ac:chgData name="Daniel Bruno de Souza Miranda" userId="0b7f867a-d1ad-45b6-941f-ea802dc0d23f" providerId="ADAL" clId="{35373E65-3D77-47FA-BA58-BAC00395BDDB}" dt="2026-04-23T22:26:04.181" v="1433" actId="478"/>
          <ac:spMkLst>
            <pc:docMk/>
            <pc:sldMk cId="671537893" sldId="321"/>
            <ac:spMk id="56" creationId="{4A887E28-0181-BDEC-1585-3C6D70DFB534}"/>
          </ac:spMkLst>
        </pc:spChg>
        <pc:spChg chg="del">
          <ac:chgData name="Daniel Bruno de Souza Miranda" userId="0b7f867a-d1ad-45b6-941f-ea802dc0d23f" providerId="ADAL" clId="{35373E65-3D77-47FA-BA58-BAC00395BDDB}" dt="2026-04-23T22:26:04.181" v="1433" actId="478"/>
          <ac:spMkLst>
            <pc:docMk/>
            <pc:sldMk cId="671537893" sldId="321"/>
            <ac:spMk id="57" creationId="{75939E2F-5940-3D6D-F3DB-67FA0BDC590F}"/>
          </ac:spMkLst>
        </pc:spChg>
        <pc:spChg chg="del">
          <ac:chgData name="Daniel Bruno de Souza Miranda" userId="0b7f867a-d1ad-45b6-941f-ea802dc0d23f" providerId="ADAL" clId="{35373E65-3D77-47FA-BA58-BAC00395BDDB}" dt="2026-04-23T22:26:04.181" v="1433" actId="478"/>
          <ac:spMkLst>
            <pc:docMk/>
            <pc:sldMk cId="671537893" sldId="321"/>
            <ac:spMk id="58" creationId="{D2EAFCDC-9AD2-CF76-5D89-91B54626F081}"/>
          </ac:spMkLst>
        </pc:spChg>
        <pc:picChg chg="del">
          <ac:chgData name="Daniel Bruno de Souza Miranda" userId="0b7f867a-d1ad-45b6-941f-ea802dc0d23f" providerId="ADAL" clId="{35373E65-3D77-47FA-BA58-BAC00395BDDB}" dt="2026-04-23T22:30:16.026" v="1550" actId="478"/>
          <ac:picMkLst>
            <pc:docMk/>
            <pc:sldMk cId="671537893" sldId="321"/>
            <ac:picMk id="6" creationId="{1D0B0848-8B71-581B-AE68-F0654296599C}"/>
          </ac:picMkLst>
        </pc:picChg>
        <pc:picChg chg="del">
          <ac:chgData name="Daniel Bruno de Souza Miranda" userId="0b7f867a-d1ad-45b6-941f-ea802dc0d23f" providerId="ADAL" clId="{35373E65-3D77-47FA-BA58-BAC00395BDDB}" dt="2026-04-23T22:30:16.026" v="1550" actId="478"/>
          <ac:picMkLst>
            <pc:docMk/>
            <pc:sldMk cId="671537893" sldId="321"/>
            <ac:picMk id="8" creationId="{121A16BE-9225-BF83-AA0B-47F5ACD8DF22}"/>
          </ac:picMkLst>
        </pc:picChg>
        <pc:picChg chg="del">
          <ac:chgData name="Daniel Bruno de Souza Miranda" userId="0b7f867a-d1ad-45b6-941f-ea802dc0d23f" providerId="ADAL" clId="{35373E65-3D77-47FA-BA58-BAC00395BDDB}" dt="2026-04-23T22:30:16.026" v="1550" actId="478"/>
          <ac:picMkLst>
            <pc:docMk/>
            <pc:sldMk cId="671537893" sldId="321"/>
            <ac:picMk id="10" creationId="{0B1084D3-D4A3-9A90-C813-7E3738462787}"/>
          </ac:picMkLst>
        </pc:picChg>
      </pc:sldChg>
      <pc:sldChg chg="modSp add del mod">
        <pc:chgData name="Daniel Bruno de Souza Miranda" userId="0b7f867a-d1ad-45b6-941f-ea802dc0d23f" providerId="ADAL" clId="{35373E65-3D77-47FA-BA58-BAC00395BDDB}" dt="2026-04-23T22:52:41.906" v="1799" actId="47"/>
        <pc:sldMkLst>
          <pc:docMk/>
          <pc:sldMk cId="2089752010" sldId="322"/>
        </pc:sldMkLst>
        <pc:spChg chg="mod">
          <ac:chgData name="Daniel Bruno de Souza Miranda" userId="0b7f867a-d1ad-45b6-941f-ea802dc0d23f" providerId="ADAL" clId="{35373E65-3D77-47FA-BA58-BAC00395BDDB}" dt="2026-04-23T22:50:24.766" v="1740" actId="6549"/>
          <ac:spMkLst>
            <pc:docMk/>
            <pc:sldMk cId="2089752010" sldId="322"/>
            <ac:spMk id="4" creationId="{8781B6D9-54BA-2A37-FD70-13A6721819B5}"/>
          </ac:spMkLst>
        </pc:spChg>
      </pc:sldChg>
      <pc:sldChg chg="modSp add del mod">
        <pc:chgData name="Daniel Bruno de Souza Miranda" userId="0b7f867a-d1ad-45b6-941f-ea802dc0d23f" providerId="ADAL" clId="{35373E65-3D77-47FA-BA58-BAC00395BDDB}" dt="2026-04-23T22:52:44.766" v="1800" actId="47"/>
        <pc:sldMkLst>
          <pc:docMk/>
          <pc:sldMk cId="2512333686" sldId="323"/>
        </pc:sldMkLst>
        <pc:spChg chg="mod">
          <ac:chgData name="Daniel Bruno de Souza Miranda" userId="0b7f867a-d1ad-45b6-941f-ea802dc0d23f" providerId="ADAL" clId="{35373E65-3D77-47FA-BA58-BAC00395BDDB}" dt="2026-04-23T22:47:43.092" v="1690" actId="20577"/>
          <ac:spMkLst>
            <pc:docMk/>
            <pc:sldMk cId="2512333686" sldId="323"/>
            <ac:spMk id="4" creationId="{57F14730-BE8D-ED27-E20A-43AB41B4665A}"/>
          </ac:spMkLst>
        </pc:spChg>
      </pc:sldChg>
      <pc:sldChg chg="addSp delSp modSp add mod">
        <pc:chgData name="Daniel Bruno de Souza Miranda" userId="0b7f867a-d1ad-45b6-941f-ea802dc0d23f" providerId="ADAL" clId="{35373E65-3D77-47FA-BA58-BAC00395BDDB}" dt="2026-04-23T23:11:39.402" v="2197" actId="1076"/>
        <pc:sldMkLst>
          <pc:docMk/>
          <pc:sldMk cId="651869905" sldId="324"/>
        </pc:sldMkLst>
        <pc:spChg chg="del mod">
          <ac:chgData name="Daniel Bruno de Souza Miranda" userId="0b7f867a-d1ad-45b6-941f-ea802dc0d23f" providerId="ADAL" clId="{35373E65-3D77-47FA-BA58-BAC00395BDDB}" dt="2026-04-23T22:48:39.722" v="1694" actId="478"/>
          <ac:spMkLst>
            <pc:docMk/>
            <pc:sldMk cId="651869905" sldId="324"/>
            <ac:spMk id="4" creationId="{1BF6B452-FCE7-C3E3-9FAB-59D4F54BDD06}"/>
          </ac:spMkLst>
        </pc:spChg>
        <pc:spChg chg="add del mod">
          <ac:chgData name="Daniel Bruno de Souza Miranda" userId="0b7f867a-d1ad-45b6-941f-ea802dc0d23f" providerId="ADAL" clId="{35373E65-3D77-47FA-BA58-BAC00395BDDB}" dt="2026-04-23T22:52:22.058" v="1795" actId="478"/>
          <ac:spMkLst>
            <pc:docMk/>
            <pc:sldMk cId="651869905" sldId="324"/>
            <ac:spMk id="6" creationId="{21D37243-D8D7-051C-E50B-D2F44128F316}"/>
          </ac:spMkLst>
        </pc:spChg>
        <pc:spChg chg="add del mod">
          <ac:chgData name="Daniel Bruno de Souza Miranda" userId="0b7f867a-d1ad-45b6-941f-ea802dc0d23f" providerId="ADAL" clId="{35373E65-3D77-47FA-BA58-BAC00395BDDB}" dt="2026-04-23T22:52:22.058" v="1795" actId="478"/>
          <ac:spMkLst>
            <pc:docMk/>
            <pc:sldMk cId="651869905" sldId="324"/>
            <ac:spMk id="7" creationId="{00D91976-BAC8-C316-B7AC-4704ED5B4078}"/>
          </ac:spMkLst>
        </pc:spChg>
        <pc:spChg chg="add del mod">
          <ac:chgData name="Daniel Bruno de Souza Miranda" userId="0b7f867a-d1ad-45b6-941f-ea802dc0d23f" providerId="ADAL" clId="{35373E65-3D77-47FA-BA58-BAC00395BDDB}" dt="2026-04-23T22:48:43.643" v="1696" actId="478"/>
          <ac:spMkLst>
            <pc:docMk/>
            <pc:sldMk cId="651869905" sldId="324"/>
            <ac:spMk id="8" creationId="{28195940-4C90-3D3C-653E-C034ED6022B3}"/>
          </ac:spMkLst>
        </pc:spChg>
        <pc:spChg chg="add del mod">
          <ac:chgData name="Daniel Bruno de Souza Miranda" userId="0b7f867a-d1ad-45b6-941f-ea802dc0d23f" providerId="ADAL" clId="{35373E65-3D77-47FA-BA58-BAC00395BDDB}" dt="2026-04-23T22:52:20.998" v="1794"/>
          <ac:spMkLst>
            <pc:docMk/>
            <pc:sldMk cId="651869905" sldId="324"/>
            <ac:spMk id="9" creationId="{7DF9BFF5-ED9C-248D-24CE-FA0F069D02B7}"/>
          </ac:spMkLst>
        </pc:spChg>
        <pc:spChg chg="add del mod">
          <ac:chgData name="Daniel Bruno de Souza Miranda" userId="0b7f867a-d1ad-45b6-941f-ea802dc0d23f" providerId="ADAL" clId="{35373E65-3D77-47FA-BA58-BAC00395BDDB}" dt="2026-04-23T22:52:20.998" v="1792"/>
          <ac:spMkLst>
            <pc:docMk/>
            <pc:sldMk cId="651869905" sldId="324"/>
            <ac:spMk id="10" creationId="{09A5B5C0-1A43-1EB6-ECC4-6EC7998904FC}"/>
          </ac:spMkLst>
        </pc:spChg>
        <pc:spChg chg="add del mod">
          <ac:chgData name="Daniel Bruno de Souza Miranda" userId="0b7f867a-d1ad-45b6-941f-ea802dc0d23f" providerId="ADAL" clId="{35373E65-3D77-47FA-BA58-BAC00395BDDB}" dt="2026-04-23T22:52:20.982" v="1790"/>
          <ac:spMkLst>
            <pc:docMk/>
            <pc:sldMk cId="651869905" sldId="324"/>
            <ac:spMk id="11" creationId="{90FEFF89-9FCD-8AE3-0075-906145C1627B}"/>
          </ac:spMkLst>
        </pc:spChg>
        <pc:spChg chg="add del mod">
          <ac:chgData name="Daniel Bruno de Souza Miranda" userId="0b7f867a-d1ad-45b6-941f-ea802dc0d23f" providerId="ADAL" clId="{35373E65-3D77-47FA-BA58-BAC00395BDDB}" dt="2026-04-23T22:48:43.643" v="1696" actId="478"/>
          <ac:spMkLst>
            <pc:docMk/>
            <pc:sldMk cId="651869905" sldId="324"/>
            <ac:spMk id="12" creationId="{1F3A1E5F-3626-FE14-01DA-9018BED5E2A1}"/>
          </ac:spMkLst>
        </pc:spChg>
        <pc:spChg chg="add del mod">
          <ac:chgData name="Daniel Bruno de Souza Miranda" userId="0b7f867a-d1ad-45b6-941f-ea802dc0d23f" providerId="ADAL" clId="{35373E65-3D77-47FA-BA58-BAC00395BDDB}" dt="2026-04-23T22:48:43.643" v="1696" actId="478"/>
          <ac:spMkLst>
            <pc:docMk/>
            <pc:sldMk cId="651869905" sldId="324"/>
            <ac:spMk id="13" creationId="{DE0BB068-B613-35B6-B806-DB07A6AA9432}"/>
          </ac:spMkLst>
        </pc:spChg>
        <pc:spChg chg="add del mod">
          <ac:chgData name="Daniel Bruno de Souza Miranda" userId="0b7f867a-d1ad-45b6-941f-ea802dc0d23f" providerId="ADAL" clId="{35373E65-3D77-47FA-BA58-BAC00395BDDB}" dt="2026-04-23T22:48:43.643" v="1696" actId="478"/>
          <ac:spMkLst>
            <pc:docMk/>
            <pc:sldMk cId="651869905" sldId="324"/>
            <ac:spMk id="14" creationId="{986B7DB2-6CC1-A3B5-C2D1-447ED86927F3}"/>
          </ac:spMkLst>
        </pc:spChg>
        <pc:spChg chg="add del mod">
          <ac:chgData name="Daniel Bruno de Souza Miranda" userId="0b7f867a-d1ad-45b6-941f-ea802dc0d23f" providerId="ADAL" clId="{35373E65-3D77-47FA-BA58-BAC00395BDDB}" dt="2026-04-23T22:52:22.058" v="1795" actId="478"/>
          <ac:spMkLst>
            <pc:docMk/>
            <pc:sldMk cId="651869905" sldId="324"/>
            <ac:spMk id="15" creationId="{042C0349-93AF-A067-98AB-D412C627DA95}"/>
          </ac:spMkLst>
        </pc:spChg>
        <pc:spChg chg="add mod">
          <ac:chgData name="Daniel Bruno de Souza Miranda" userId="0b7f867a-d1ad-45b6-941f-ea802dc0d23f" providerId="ADAL" clId="{35373E65-3D77-47FA-BA58-BAC00395BDDB}" dt="2026-04-23T23:10:22.537" v="2085" actId="2711"/>
          <ac:spMkLst>
            <pc:docMk/>
            <pc:sldMk cId="651869905" sldId="324"/>
            <ac:spMk id="16" creationId="{72189643-4BD1-3AF8-CFFD-EB2F049EEC28}"/>
          </ac:spMkLst>
        </pc:spChg>
        <pc:spChg chg="add mod">
          <ac:chgData name="Daniel Bruno de Souza Miranda" userId="0b7f867a-d1ad-45b6-941f-ea802dc0d23f" providerId="ADAL" clId="{35373E65-3D77-47FA-BA58-BAC00395BDDB}" dt="2026-04-23T23:10:26.497" v="2086" actId="2711"/>
          <ac:spMkLst>
            <pc:docMk/>
            <pc:sldMk cId="651869905" sldId="324"/>
            <ac:spMk id="17" creationId="{4E4BE0DF-7A11-8399-2F29-2972BCA0198D}"/>
          </ac:spMkLst>
        </pc:spChg>
        <pc:spChg chg="add mod">
          <ac:chgData name="Daniel Bruno de Souza Miranda" userId="0b7f867a-d1ad-45b6-941f-ea802dc0d23f" providerId="ADAL" clId="{35373E65-3D77-47FA-BA58-BAC00395BDDB}" dt="2026-04-23T23:10:30.889" v="2087" actId="2711"/>
          <ac:spMkLst>
            <pc:docMk/>
            <pc:sldMk cId="651869905" sldId="324"/>
            <ac:spMk id="18" creationId="{B1253FC3-035A-F200-223F-B333475708EC}"/>
          </ac:spMkLst>
        </pc:spChg>
        <pc:spChg chg="add mod">
          <ac:chgData name="Daniel Bruno de Souza Miranda" userId="0b7f867a-d1ad-45b6-941f-ea802dc0d23f" providerId="ADAL" clId="{35373E65-3D77-47FA-BA58-BAC00395BDDB}" dt="2026-04-23T23:11:39.402" v="2197" actId="1076"/>
          <ac:spMkLst>
            <pc:docMk/>
            <pc:sldMk cId="651869905" sldId="324"/>
            <ac:spMk id="19" creationId="{6B58C718-5468-250E-D0E0-F78C6402B352}"/>
          </ac:spMkLst>
        </pc:spChg>
        <pc:picChg chg="del">
          <ac:chgData name="Daniel Bruno de Souza Miranda" userId="0b7f867a-d1ad-45b6-941f-ea802dc0d23f" providerId="ADAL" clId="{35373E65-3D77-47FA-BA58-BAC00395BDDB}" dt="2026-04-23T22:48:43.643" v="1696" actId="478"/>
          <ac:picMkLst>
            <pc:docMk/>
            <pc:sldMk cId="651869905" sldId="324"/>
            <ac:picMk id="2" creationId="{5D480ED1-6090-2A52-7BE4-CD3E06EF6FE9}"/>
          </ac:picMkLst>
        </pc:picChg>
        <pc:picChg chg="add del mod">
          <ac:chgData name="Daniel Bruno de Souza Miranda" userId="0b7f867a-d1ad-45b6-941f-ea802dc0d23f" providerId="ADAL" clId="{35373E65-3D77-47FA-BA58-BAC00395BDDB}" dt="2026-04-23T22:48:43.643" v="1696" actId="478"/>
          <ac:picMkLst>
            <pc:docMk/>
            <pc:sldMk cId="651869905" sldId="324"/>
            <ac:picMk id="3" creationId="{FDEB237E-AAFB-1893-8467-C17ABFCD72F8}"/>
          </ac:picMkLst>
        </pc:picChg>
        <pc:picChg chg="del">
          <ac:chgData name="Daniel Bruno de Souza Miranda" userId="0b7f867a-d1ad-45b6-941f-ea802dc0d23f" providerId="ADAL" clId="{35373E65-3D77-47FA-BA58-BAC00395BDDB}" dt="2026-04-23T22:48:43.643" v="1696" actId="478"/>
          <ac:picMkLst>
            <pc:docMk/>
            <pc:sldMk cId="651869905" sldId="324"/>
            <ac:picMk id="5" creationId="{BC4B5B95-A992-BC9F-BE55-874F82951E46}"/>
          </ac:picMkLst>
        </pc:picChg>
      </pc:sldChg>
      <pc:sldMasterChg chg="delSldLayout">
        <pc:chgData name="Daniel Bruno de Souza Miranda" userId="0b7f867a-d1ad-45b6-941f-ea802dc0d23f" providerId="ADAL" clId="{35373E65-3D77-47FA-BA58-BAC00395BDDB}" dt="2026-04-23T22:24:50.199" v="1417" actId="47"/>
        <pc:sldMasterMkLst>
          <pc:docMk/>
          <pc:sldMasterMk cId="1314754986" sldId="2147483648"/>
        </pc:sldMasterMkLst>
        <pc:sldLayoutChg chg="del">
          <pc:chgData name="Daniel Bruno de Souza Miranda" userId="0b7f867a-d1ad-45b6-941f-ea802dc0d23f" providerId="ADAL" clId="{35373E65-3D77-47FA-BA58-BAC00395BDDB}" dt="2026-04-23T22:24:50.199" v="1417" actId="47"/>
          <pc:sldLayoutMkLst>
            <pc:docMk/>
            <pc:sldMasterMk cId="1314754986" sldId="2147483648"/>
            <pc:sldLayoutMk cId="2382611723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98556-ACC1-4E71-A24A-372CAEA09792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5742B-1769-4A9E-822D-58DD2D208B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62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65742B-1769-4A9E-822D-58DD2D208B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901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485F5-5A82-F681-42A7-CA79AA715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D20CA4-98A4-5A9A-A545-4CC2894B8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852A58-23A8-DFA0-CCFA-E58CD84E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7B7505-8F6E-968B-7414-FC3E4845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C513DE-5156-1B82-4F4E-27A0A369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252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FB3BF-C54F-608F-04D4-0D12039E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F96A17-D42A-C025-5C18-9734DEE1D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5E584-A9BF-7843-A6AF-A466E9690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B3CD20-BAB5-E3D9-D1D0-87FD2C33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35638E-18D9-1B79-B1D4-D4D0CA85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49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BB402-DFC2-D7BC-A35B-89F2F0F3E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DD2E3E-0073-3588-7A8A-F647A90B3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8AF6DD-3AB7-78F9-AC42-A900B3D1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D32473-B74E-C6F5-E2DB-A4BBDFF7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D7CD1-A419-CB80-BA77-D01BC7B1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76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9E577-8F30-8356-C011-4DECAA48E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E2AB41-AD15-FF80-95D6-833298BD0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3B5E64-E791-F1D8-5433-78258371F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9C8960-7E14-17CD-7903-ECB6DCAF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67D736-6968-8AE6-12AF-23800D9E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A7C15B-998D-7444-40EF-797C799E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393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B44EB-1D16-F357-5D0C-A96316DB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BE7FA6-DBF4-6938-BFC8-3D4B7556E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2E361B-10E1-99D7-A294-2F294BC68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D1CF83-DA54-83EB-CAC9-1570292F5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67AEA1-CFFE-F994-AC6F-2B2F82AE5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FABBFF5-DEBF-A010-FBB1-EFF5AC873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012F506-AD60-09BE-C356-ABECC15C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C1B5D54-57B2-1118-6E7C-B375AE05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944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55FFA-D810-573C-CE9F-7D972E03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CC2B66D-E57C-B7D9-C35B-D8BB46A86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BB36EB-73B5-18BA-5CF6-2C38D17CF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254E06-E78B-6C34-2E46-43D4FD7A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381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1B8628-DA29-E421-F476-E19FE01B1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9BA24E-6774-6B8B-E3CA-EE88F812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0127AC-CCC2-723E-526A-058BF8F6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1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9919A-D5E5-C1F7-8C4F-36F1EB473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938D6A-AE23-FEB6-80E4-DBFE119A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D6C2B9-EA34-307E-C349-66EC6053B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51C29B-8926-EA46-9B1B-F42FDEF3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4AB91F-C561-045C-DE30-CFE30953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B5C3B0-9D19-8D12-EB9D-AD4243A4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177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AAE5C-5468-8C2C-6231-26DCDD27C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95F561C-1D76-4F1C-4487-1F758CBAF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26739E-85B3-9973-09A8-AB451519D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040C9F-640E-5BB4-CC03-966B7A2F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702B5E-D50D-931D-9E81-4F319DB3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EAEB29-45F6-EF11-AE46-21B7E21E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08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6E0F3-0F61-6E29-E355-75F5CA5B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F1E1CD-075A-9B00-28A8-5A4C6E23A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6C5D52-4BDC-1879-651D-A8AC2DDB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D0A29A-BED4-7F11-67F3-0A1F8E7CA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0D23E8-3D8A-DE42-8594-5C5A9FBE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24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6B385F-89F7-755F-D8BF-DB7C8BB969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3A503F-9773-E862-119B-73DBF1A96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5C04AD-64AB-1976-2A58-1F878987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F4769-C40C-0E32-A90B-31975F64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FA2B0B-8A3C-97EE-1C07-1E4EF43B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10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8F540E8-9FD0-EAED-330F-4ECFCA93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F44D37-12F3-B85C-A9D0-997720842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18D5DE-C704-E555-7A91-3AF3F65C7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3BA287-99B0-494D-A3B5-E9E92C4091C9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A70B87-D801-D820-F5FD-7EF037623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77034D-28A9-7F5F-D145-602B8CC2B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91D62-D269-4834-A475-A24819AEC4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75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8A1F6DE-F178-E152-84F6-ABF4B30742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233" r="9091" b="2475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B679C9A-5008-46F8-AA1E-EDF333B4154D}"/>
              </a:ext>
            </a:extLst>
          </p:cNvPr>
          <p:cNvSpPr/>
          <p:nvPr/>
        </p:nvSpPr>
        <p:spPr>
          <a:xfrm>
            <a:off x="477980" y="2896295"/>
            <a:ext cx="8885476" cy="14302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ea typeface="+mj-ea"/>
                <a:cs typeface="+mj-cs"/>
              </a:rPr>
              <a:t>Trabalho</a:t>
            </a:r>
            <a:r>
              <a:rPr lang="en-US" sz="4800" b="1" dirty="0">
                <a:ea typeface="+mj-ea"/>
                <a:cs typeface="+mj-cs"/>
              </a:rPr>
              <a:t> Sistemas </a:t>
            </a:r>
            <a:r>
              <a:rPr lang="en-US" sz="4800" b="1" dirty="0" err="1">
                <a:ea typeface="+mj-ea"/>
                <a:cs typeface="+mj-cs"/>
              </a:rPr>
              <a:t>Operacionais</a:t>
            </a:r>
            <a:endParaRPr lang="en-US" sz="4800" b="1" dirty="0">
              <a:ea typeface="+mj-ea"/>
              <a:cs typeface="+mj-cs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b="1" dirty="0"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ea typeface="+mj-ea"/>
                <a:cs typeface="+mj-cs"/>
              </a:rPr>
              <a:t>FIFO, LIFO e Round Robin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dirty="0"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C78B608B-6EAE-8A57-FFAF-F51C853A9A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077" y="6470435"/>
            <a:ext cx="2222003" cy="29144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5B6F29B3-0426-DAA5-4BD4-C55E6CA75DAE}"/>
              </a:ext>
            </a:extLst>
          </p:cNvPr>
          <p:cNvSpPr/>
          <p:nvPr/>
        </p:nvSpPr>
        <p:spPr>
          <a:xfrm>
            <a:off x="3331464" y="6053096"/>
            <a:ext cx="27530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Prof. Daniel Bruno</a:t>
            </a:r>
            <a:br>
              <a:rPr lang="en-US" sz="16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</a:br>
            <a:r>
              <a:rPr lang="en-US" sz="1600" dirty="0">
                <a:solidFill>
                  <a:schemeClr val="bg1"/>
                </a:solidFill>
                <a:ea typeface="Source Sans 3" pitchFamily="34" charset="-122"/>
                <a:cs typeface="Source Sans 3" pitchFamily="34" charset="-120"/>
              </a:rPr>
              <a:t>daniel.bruno@esamc.br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DF681A6-515A-5C35-912D-94D94ADBD72D}"/>
              </a:ext>
            </a:extLst>
          </p:cNvPr>
          <p:cNvSpPr/>
          <p:nvPr/>
        </p:nvSpPr>
        <p:spPr>
          <a:xfrm>
            <a:off x="3501752" y="6149211"/>
            <a:ext cx="27530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ea typeface="Source Sans 3" pitchFamily="34" charset="-122"/>
                <a:cs typeface="Source Sans 3" pitchFamily="34" charset="-120"/>
              </a:rPr>
              <a:t>Prof. Daniel Bruno</a:t>
            </a:r>
            <a:br>
              <a:rPr lang="en-US" sz="1600" dirty="0">
                <a:ea typeface="Source Sans 3" pitchFamily="34" charset="-122"/>
                <a:cs typeface="Source Sans 3" pitchFamily="34" charset="-120"/>
              </a:rPr>
            </a:br>
            <a:r>
              <a:rPr lang="en-US" sz="1600" dirty="0">
                <a:ea typeface="Source Sans 3" pitchFamily="34" charset="-122"/>
                <a:cs typeface="Source Sans 3" pitchFamily="34" charset="-120"/>
              </a:rPr>
              <a:t>daniel.bruno@esamc.br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5058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464EAF-83E5-9AE5-EC76-088DC2181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27305DC7-CA94-1942-C5BE-23879E77E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999EDC7-CF33-DB21-A260-71E481D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264921-0349-1A3D-D511-00B1DA04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85A762-8754-4D0C-7018-0037276E2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3F7721DE-E707-E0D6-E5CA-0EC4AD85C4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 err="1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Introdução</a:t>
            </a:r>
            <a:r>
              <a:rPr lang="en-US" sz="4000" b="1" dirty="0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ao</a:t>
            </a:r>
            <a:r>
              <a:rPr lang="en-US" sz="4000" b="1" dirty="0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Escalonamento</a:t>
            </a:r>
            <a:endParaRPr lang="en-US" sz="40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0" name="Imagem 39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2B61D389-7F1C-0E33-4CF8-315D7B5AC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077" y="6470435"/>
            <a:ext cx="2222003" cy="29144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835999F0-59EB-9ED1-D61F-133215FB7C59}"/>
              </a:ext>
            </a:extLst>
          </p:cNvPr>
          <p:cNvSpPr txBox="1"/>
          <p:nvPr/>
        </p:nvSpPr>
        <p:spPr>
          <a:xfrm>
            <a:off x="539115" y="1924820"/>
            <a:ext cx="11113770" cy="30572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b="1" dirty="0">
                <a:ea typeface="Montserrat Bold" pitchFamily="34" charset="-122"/>
                <a:cs typeface="Montserrat Bold" pitchFamily="34" charset="-120"/>
              </a:rPr>
              <a:t>O </a:t>
            </a:r>
            <a:r>
              <a:rPr lang="en-US" sz="2400" b="1" dirty="0" err="1">
                <a:ea typeface="Montserrat Bold" pitchFamily="34" charset="-122"/>
                <a:cs typeface="Montserrat Bold" pitchFamily="34" charset="-120"/>
              </a:rPr>
              <a:t>que</a:t>
            </a:r>
            <a:r>
              <a:rPr lang="en-US" sz="2400" b="1" dirty="0">
                <a:ea typeface="Montserrat Bold" pitchFamily="34" charset="-122"/>
                <a:cs typeface="Montserrat Bold" pitchFamily="34" charset="-120"/>
              </a:rPr>
              <a:t> é </a:t>
            </a:r>
            <a:r>
              <a:rPr lang="en-US" sz="2400" b="1" dirty="0" err="1">
                <a:ea typeface="Montserrat Bold" pitchFamily="34" charset="-122"/>
                <a:cs typeface="Montserrat Bold" pitchFamily="34" charset="-120"/>
              </a:rPr>
              <a:t>Escalonamento</a:t>
            </a:r>
            <a:r>
              <a:rPr lang="en-US" sz="2400" b="1" dirty="0">
                <a:ea typeface="Montserrat Bold" pitchFamily="34" charset="-122"/>
                <a:cs typeface="Montserrat Bold" pitchFamily="34" charset="-120"/>
              </a:rPr>
              <a:t>?</a:t>
            </a:r>
          </a:p>
          <a:p>
            <a:pPr marL="12700">
              <a:spcBef>
                <a:spcPts val="100"/>
              </a:spcBef>
            </a:pPr>
            <a:r>
              <a:rPr lang="en-US" sz="2400" dirty="0">
                <a:ea typeface="Montserrat" pitchFamily="34" charset="-122"/>
                <a:cs typeface="Montserrat" pitchFamily="34" charset="-120"/>
              </a:rPr>
              <a:t>Gerenciamento da </a:t>
            </a:r>
            <a:r>
              <a:rPr lang="en-US" sz="2400" dirty="0" err="1">
                <a:ea typeface="Montserrat" pitchFamily="34" charset="-122"/>
                <a:cs typeface="Montserrat" pitchFamily="34" charset="-120"/>
              </a:rPr>
              <a:t>execução</a:t>
            </a:r>
            <a:r>
              <a:rPr lang="en-US" sz="2400" dirty="0"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2400" dirty="0" err="1">
                <a:ea typeface="Montserrat" pitchFamily="34" charset="-122"/>
                <a:cs typeface="Montserrat" pitchFamily="34" charset="-120"/>
              </a:rPr>
              <a:t>processos</a:t>
            </a:r>
            <a:r>
              <a:rPr lang="en-US" sz="2400" dirty="0">
                <a:ea typeface="Montserrat" pitchFamily="34" charset="-122"/>
                <a:cs typeface="Montserrat" pitchFamily="34" charset="-120"/>
              </a:rPr>
              <a:t> pela CPU</a:t>
            </a:r>
          </a:p>
          <a:p>
            <a:pPr marL="12700">
              <a:spcBef>
                <a:spcPts val="100"/>
              </a:spcBef>
            </a:pPr>
            <a:endParaRPr lang="en-US" sz="2400" dirty="0"/>
          </a:p>
          <a:p>
            <a:pPr marL="12700">
              <a:spcBef>
                <a:spcPts val="100"/>
              </a:spcBef>
            </a:pPr>
            <a:r>
              <a:rPr lang="en-US" sz="2400" b="1" dirty="0">
                <a:ea typeface="Montserrat Bold" pitchFamily="34" charset="-122"/>
                <a:cs typeface="Montserrat Bold" pitchFamily="34" charset="-120"/>
              </a:rPr>
              <a:t>Por </a:t>
            </a:r>
            <a:r>
              <a:rPr lang="en-US" sz="2400" b="1" dirty="0" err="1">
                <a:ea typeface="Montserrat Bold" pitchFamily="34" charset="-122"/>
                <a:cs typeface="Montserrat Bold" pitchFamily="34" charset="-120"/>
              </a:rPr>
              <a:t>que</a:t>
            </a:r>
            <a:r>
              <a:rPr lang="en-US" sz="2400" b="1" dirty="0">
                <a:ea typeface="Montserrat Bold" pitchFamily="34" charset="-122"/>
                <a:cs typeface="Montserrat Bold" pitchFamily="34" charset="-120"/>
              </a:rPr>
              <a:t> é Crucial?</a:t>
            </a:r>
            <a:endParaRPr lang="en-US" sz="2400" b="1" dirty="0"/>
          </a:p>
          <a:p>
            <a:pPr marL="12700">
              <a:spcBef>
                <a:spcPts val="100"/>
              </a:spcBef>
            </a:pPr>
            <a:r>
              <a:rPr lang="en-US" sz="2400" dirty="0" err="1">
                <a:ea typeface="Montserrat" pitchFamily="34" charset="-122"/>
                <a:cs typeface="Montserrat" pitchFamily="34" charset="-120"/>
              </a:rPr>
              <a:t>Impacta</a:t>
            </a:r>
            <a:r>
              <a:rPr lang="en-US" sz="24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ea typeface="Montserrat" pitchFamily="34" charset="-122"/>
                <a:cs typeface="Montserrat" pitchFamily="34" charset="-120"/>
              </a:rPr>
              <a:t>desempenho</a:t>
            </a:r>
            <a:r>
              <a:rPr lang="en-US" sz="2400" dirty="0">
                <a:ea typeface="Montserrat" pitchFamily="34" charset="-122"/>
                <a:cs typeface="Montserrat" pitchFamily="34" charset="-120"/>
              </a:rPr>
              <a:t>, tempo de resposta e </a:t>
            </a:r>
            <a:r>
              <a:rPr lang="en-US" sz="2400" dirty="0" err="1">
                <a:ea typeface="Montserrat" pitchFamily="34" charset="-122"/>
                <a:cs typeface="Montserrat" pitchFamily="34" charset="-120"/>
              </a:rPr>
              <a:t>justiça</a:t>
            </a:r>
            <a:r>
              <a:rPr lang="en-US" sz="24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ea typeface="Montserrat" pitchFamily="34" charset="-122"/>
                <a:cs typeface="Montserrat" pitchFamily="34" charset="-120"/>
              </a:rPr>
              <a:t>na</a:t>
            </a:r>
            <a:r>
              <a:rPr lang="en-US" sz="24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ea typeface="Montserrat" pitchFamily="34" charset="-122"/>
                <a:cs typeface="Montserrat" pitchFamily="34" charset="-120"/>
              </a:rPr>
              <a:t>alocação</a:t>
            </a:r>
            <a:r>
              <a:rPr lang="en-US" sz="2400" dirty="0"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2400" dirty="0" err="1">
                <a:ea typeface="Montserrat" pitchFamily="34" charset="-122"/>
                <a:cs typeface="Montserrat" pitchFamily="34" charset="-120"/>
              </a:rPr>
              <a:t>recursos</a:t>
            </a:r>
            <a:r>
              <a:rPr lang="en-US" sz="2400" dirty="0">
                <a:ea typeface="Montserrat" pitchFamily="34" charset="-122"/>
                <a:cs typeface="Montserrat" pitchFamily="34" charset="-120"/>
              </a:rPr>
              <a:t>.</a:t>
            </a:r>
            <a:endParaRPr lang="en-US" sz="2400" dirty="0"/>
          </a:p>
          <a:p>
            <a:pPr marL="12700">
              <a:spcBef>
                <a:spcPts val="100"/>
              </a:spcBef>
            </a:pPr>
            <a:endParaRPr lang="en-US" sz="2400" dirty="0"/>
          </a:p>
          <a:p>
            <a:pPr marL="12700">
              <a:spcBef>
                <a:spcPts val="100"/>
              </a:spcBef>
            </a:pPr>
            <a:r>
              <a:rPr lang="en-US" sz="2400" b="1" dirty="0" err="1">
                <a:ea typeface="Montserrat Bold" pitchFamily="34" charset="-122"/>
                <a:cs typeface="Montserrat Bold" pitchFamily="34" charset="-120"/>
              </a:rPr>
              <a:t>Nosso</a:t>
            </a:r>
            <a:r>
              <a:rPr lang="en-US" sz="2400" b="1" dirty="0">
                <a:ea typeface="Montserrat Bold" pitchFamily="34" charset="-122"/>
                <a:cs typeface="Montserrat Bold" pitchFamily="34" charset="-120"/>
              </a:rPr>
              <a:t> Foco:</a:t>
            </a:r>
            <a:endParaRPr lang="en-US" sz="2400" b="1" dirty="0"/>
          </a:p>
          <a:p>
            <a:pPr marL="12700">
              <a:spcBef>
                <a:spcPts val="100"/>
              </a:spcBef>
            </a:pPr>
            <a:r>
              <a:rPr lang="en-US" sz="2400" dirty="0">
                <a:ea typeface="Montserrat" pitchFamily="34" charset="-122"/>
                <a:cs typeface="Montserrat" pitchFamily="34" charset="-120"/>
              </a:rPr>
              <a:t>FIFO, LIFO e Round Robin</a:t>
            </a:r>
            <a:r>
              <a:rPr lang="en-US" sz="2000" dirty="0">
                <a:ea typeface="Montserrat" pitchFamily="34" charset="-122"/>
                <a:cs typeface="Montserrat" pitchFamily="34" charset="-12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457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CE41E-E1D4-09A0-E0F7-780B2355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6E519973-72C8-F482-0A5D-DAB206F2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1DBD8B0-1C16-0D8E-915F-B28EB1AA8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78FE9A-3775-87F9-4A7A-61D3EA69E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E640D29-0D2F-3F8D-502E-87F9510CE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2D1B370F-0D94-EDF2-C90D-7BDFAAF38E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Objetivos de </a:t>
            </a:r>
            <a:r>
              <a:rPr lang="en-US" sz="4000" b="1" dirty="0" err="1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Aprendizagem</a:t>
            </a:r>
            <a:endParaRPr lang="en-US" sz="40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0" name="Imagem 39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E7F111DD-98BF-8BE3-F53D-0B02D9059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077" y="6470435"/>
            <a:ext cx="2222003" cy="29144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A3587436-379C-E0F7-7B3B-E3D5D9308D7C}"/>
              </a:ext>
            </a:extLst>
          </p:cNvPr>
          <p:cNvSpPr txBox="1"/>
          <p:nvPr/>
        </p:nvSpPr>
        <p:spPr>
          <a:xfrm>
            <a:off x="539115" y="1924820"/>
            <a:ext cx="11113770" cy="2476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Explicar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os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princípios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de FIFO, LIFO e Round Robin.</a:t>
            </a:r>
          </a:p>
          <a:p>
            <a:pPr marL="342900" indent="-3429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Analisar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vantagens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e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desvantagens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de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cada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algoritmo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2400" dirty="0"/>
          </a:p>
          <a:p>
            <a:pPr marL="342900" indent="-3429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Comparar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o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desempenho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em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cenários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específicos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2400" dirty="0"/>
          </a:p>
          <a:p>
            <a:pPr marL="342900" indent="-3429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Identificar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aplicações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adequadas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para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cada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um.</a:t>
            </a:r>
            <a:endParaRPr lang="en-US" sz="2400" dirty="0"/>
          </a:p>
          <a:p>
            <a:pPr marL="342900" indent="-3429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Resolver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problemas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práticos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 de </a:t>
            </a:r>
            <a:r>
              <a:rPr lang="en-US" sz="2400" dirty="0" err="1">
                <a:ea typeface="Montserrat Medium" pitchFamily="34" charset="-122"/>
                <a:cs typeface="Montserrat Medium" pitchFamily="34" charset="-120"/>
              </a:rPr>
              <a:t>escalonamento</a:t>
            </a:r>
            <a:r>
              <a:rPr lang="en-US" sz="2400" dirty="0"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2400" dirty="0"/>
          </a:p>
          <a:p>
            <a:pPr>
              <a:lnSpc>
                <a:spcPct val="112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6712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A0CE1-98A5-694A-D917-C2118CC6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56EF5FAB-18C7-323A-C835-0D9E51E06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C85F86B-AD62-D97A-C548-707137484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A85E08-611F-27E1-B43E-B90774671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C5A3490-3323-672F-200E-0DD8A1A07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72054A14-1C06-2BC1-B106-5E39A73FFD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115" y="348865"/>
            <a:ext cx="10876505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 err="1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Metodologia</a:t>
            </a:r>
            <a:r>
              <a:rPr lang="en-US" sz="4000" b="1" dirty="0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 Team-Based Learning (TBL)</a:t>
            </a:r>
            <a:endParaRPr lang="en-US" sz="40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0" name="Imagem 39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370A59E1-35B0-30CE-8792-7D1A4FEC2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077" y="6470435"/>
            <a:ext cx="2222003" cy="29144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0109DC2A-EDC0-6E3A-C55F-1E76FFEC0899}"/>
              </a:ext>
            </a:extLst>
          </p:cNvPr>
          <p:cNvSpPr txBox="1"/>
          <p:nvPr/>
        </p:nvSpPr>
        <p:spPr>
          <a:xfrm>
            <a:off x="539115" y="1924820"/>
            <a:ext cx="1111377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>
                <a:ea typeface="Montserrat Bold" pitchFamily="34" charset="-122"/>
                <a:cs typeface="Montserrat Bold" pitchFamily="34" charset="-120"/>
              </a:rPr>
              <a:t>Estudo Prévio</a:t>
            </a:r>
          </a:p>
          <a:p>
            <a:r>
              <a:rPr lang="en-US" sz="2400" dirty="0"/>
              <a:t>Teste Individual</a:t>
            </a:r>
          </a:p>
          <a:p>
            <a:r>
              <a:rPr lang="en-US" sz="2400" dirty="0"/>
              <a:t>Teste em Grupo</a:t>
            </a:r>
          </a:p>
          <a:p>
            <a:r>
              <a:rPr lang="en-US" sz="2400" dirty="0" err="1"/>
              <a:t>Constestação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Escrito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245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41F7-9542-3DF6-2D3B-5757D6F59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7A910BD-26B4-EEF5-EB48-5C4195DD8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21A57E-6D3D-5A09-15AB-EFD2F162F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F71135-903F-56FB-9319-701AA843A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40A1AD-2364-FE42-6367-019DDE16B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FB52E9EE-F3DA-561E-C3BB-A185D9F060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FIFO (FIRST-IN, FIRST-OUT)</a:t>
            </a:r>
            <a:endParaRPr lang="en-US" sz="40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0" name="Imagem 39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A69E2553-5970-5D94-AF2F-29C6AEC47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077" y="6470435"/>
            <a:ext cx="2222003" cy="291440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F9D33F3A-FD87-F1DE-D065-6ACAED61A711}"/>
              </a:ext>
            </a:extLst>
          </p:cNvPr>
          <p:cNvSpPr/>
          <p:nvPr/>
        </p:nvSpPr>
        <p:spPr>
          <a:xfrm>
            <a:off x="997029" y="1930519"/>
            <a:ext cx="37504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ea typeface="Montserrat Black" pitchFamily="34" charset="-122"/>
                <a:cs typeface="Montserrat Black" pitchFamily="34" charset="-120"/>
              </a:rPr>
              <a:t>O CONCEITO</a:t>
            </a:r>
            <a:endParaRPr lang="en-US" sz="1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25065BF-3568-C70D-9637-C05023015CD7}"/>
              </a:ext>
            </a:extLst>
          </p:cNvPr>
          <p:cNvSpPr/>
          <p:nvPr/>
        </p:nvSpPr>
        <p:spPr>
          <a:xfrm>
            <a:off x="987123" y="2361837"/>
            <a:ext cx="3750469" cy="3014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ea typeface="Montserrat" pitchFamily="34" charset="-122"/>
                <a:cs typeface="Montserrat" pitchFamily="34" charset="-120"/>
              </a:rPr>
              <a:t>Também conhecido como FCFS (First-Come, First-Served), é o algoritmo mais simples: o primeiro processo a chegar é o primeiro a ser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servido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0" indent="0" algn="l">
              <a:lnSpc>
                <a:spcPct val="128000"/>
              </a:lnSpc>
              <a:buNone/>
            </a:pPr>
            <a:endParaRPr lang="en-US" sz="1400" dirty="0"/>
          </a:p>
          <a:p>
            <a:pPr>
              <a:lnSpc>
                <a:spcPct val="128000"/>
              </a:lnSpc>
            </a:pP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Não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Preemptivo</a:t>
            </a:r>
            <a:endParaRPr lang="en-US" sz="1400" dirty="0">
              <a:ea typeface="Montserrat" pitchFamily="34" charset="-122"/>
              <a:cs typeface="Montserrat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Implementação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 via Fila (Queue)</a:t>
            </a:r>
          </a:p>
          <a:p>
            <a:pPr>
              <a:lnSpc>
                <a:spcPct val="128000"/>
              </a:lnSpc>
            </a:pP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Baixo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 Overhead de Gerenciamento</a:t>
            </a:r>
            <a:endParaRPr lang="en-US" sz="1400" dirty="0"/>
          </a:p>
          <a:p>
            <a:pPr>
              <a:lnSpc>
                <a:spcPct val="128000"/>
              </a:lnSpc>
            </a:pPr>
            <a:endParaRPr lang="en-US" sz="1400" dirty="0"/>
          </a:p>
          <a:p>
            <a:pPr>
              <a:lnSpc>
                <a:spcPct val="128000"/>
              </a:lnSpc>
            </a:pPr>
            <a:endParaRPr lang="en-US" sz="1400" dirty="0"/>
          </a:p>
          <a:p>
            <a:pPr marL="0" indent="0" algn="l">
              <a:lnSpc>
                <a:spcPct val="128000"/>
              </a:lnSpc>
              <a:buNone/>
            </a:pPr>
            <a:endParaRPr lang="en-US" sz="14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65CCDBB-A0B3-D0AD-EF0F-20229D1A844A}"/>
              </a:ext>
            </a:extLst>
          </p:cNvPr>
          <p:cNvSpPr/>
          <p:nvPr/>
        </p:nvSpPr>
        <p:spPr>
          <a:xfrm>
            <a:off x="1295591" y="4641442"/>
            <a:ext cx="3750469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BB7B5ACF-EB72-36FC-19EE-C91A21B9CC5E}"/>
              </a:ext>
            </a:extLst>
          </p:cNvPr>
          <p:cNvSpPr/>
          <p:nvPr/>
        </p:nvSpPr>
        <p:spPr>
          <a:xfrm>
            <a:off x="1295591" y="4909332"/>
            <a:ext cx="3750469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C21E809-9236-648D-55DB-BDFDA5921AB9}"/>
              </a:ext>
            </a:extLst>
          </p:cNvPr>
          <p:cNvSpPr/>
          <p:nvPr/>
        </p:nvSpPr>
        <p:spPr>
          <a:xfrm>
            <a:off x="1295591" y="5177223"/>
            <a:ext cx="3750469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DB3FFC8A-8C4E-7C63-4C4B-BBA9DC786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278" y="3517082"/>
            <a:ext cx="142875" cy="142875"/>
          </a:xfrm>
          <a:prstGeom prst="rect">
            <a:avLst/>
          </a:prstGeom>
        </p:spPr>
      </p:pic>
      <p:sp>
        <p:nvSpPr>
          <p:cNvPr id="20" name="Text 11">
            <a:extLst>
              <a:ext uri="{FF2B5EF4-FFF2-40B4-BE49-F238E27FC236}">
                <a16:creationId xmlns:a16="http://schemas.microsoft.com/office/drawing/2014/main" id="{B96CD2FA-5001-7FD9-E85E-C199004BBAE5}"/>
              </a:ext>
            </a:extLst>
          </p:cNvPr>
          <p:cNvSpPr/>
          <p:nvPr/>
        </p:nvSpPr>
        <p:spPr>
          <a:xfrm>
            <a:off x="962405" y="5096089"/>
            <a:ext cx="975203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600" b="1" dirty="0" err="1">
                <a:ea typeface="Montserrat Black" pitchFamily="34" charset="-122"/>
                <a:cs typeface="Montserrat Black" pitchFamily="34" charset="-120"/>
              </a:rPr>
              <a:t>Vantagens</a:t>
            </a:r>
            <a:endParaRPr lang="en-US" sz="16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8692262-343A-3666-7D27-F00F03789A89}"/>
              </a:ext>
            </a:extLst>
          </p:cNvPr>
          <p:cNvSpPr/>
          <p:nvPr/>
        </p:nvSpPr>
        <p:spPr>
          <a:xfrm>
            <a:off x="962405" y="5505535"/>
            <a:ext cx="3821906" cy="90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buNone/>
            </a:pP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Extrema simplicidade de Código</a:t>
            </a:r>
          </a:p>
          <a:p>
            <a:pPr algn="just"/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Ideal para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sistemas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de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processamento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em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lote</a:t>
            </a:r>
            <a:endParaRPr lang="en-US" sz="1400" dirty="0">
              <a:ea typeface="Montserrat Medium" pitchFamily="34" charset="-122"/>
              <a:cs typeface="Montserrat Medium" pitchFamily="34" charset="-120"/>
            </a:endParaRPr>
          </a:p>
          <a:p>
            <a:pPr algn="just"/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Justo no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sentido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de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ordem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de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chegada</a:t>
            </a:r>
            <a:endParaRPr lang="en-US" sz="1400" dirty="0"/>
          </a:p>
          <a:p>
            <a:endParaRPr lang="en-US" sz="850" dirty="0"/>
          </a:p>
          <a:p>
            <a:pPr marL="0" indent="0" algn="l">
              <a:buNone/>
            </a:pPr>
            <a:endParaRPr lang="en-US" sz="850" dirty="0"/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58F1ED53-2732-D591-1CF6-E3AB35536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278" y="4606504"/>
            <a:ext cx="142875" cy="142875"/>
          </a:xfrm>
          <a:prstGeom prst="rect">
            <a:avLst/>
          </a:prstGeom>
        </p:spPr>
      </p:pic>
      <p:sp>
        <p:nvSpPr>
          <p:cNvPr id="26" name="Text 16">
            <a:extLst>
              <a:ext uri="{FF2B5EF4-FFF2-40B4-BE49-F238E27FC236}">
                <a16:creationId xmlns:a16="http://schemas.microsoft.com/office/drawing/2014/main" id="{7954E397-4F5C-5CBE-992C-FF2AA8F59A30}"/>
              </a:ext>
            </a:extLst>
          </p:cNvPr>
          <p:cNvSpPr/>
          <p:nvPr/>
        </p:nvSpPr>
        <p:spPr>
          <a:xfrm>
            <a:off x="5796153" y="3126247"/>
            <a:ext cx="1320361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/>
              <a:t>Desvantagens</a:t>
            </a:r>
            <a:endParaRPr lang="en-US" sz="16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5836BC2A-E67E-827E-7454-A604B39A4ED0}"/>
              </a:ext>
            </a:extLst>
          </p:cNvPr>
          <p:cNvSpPr/>
          <p:nvPr/>
        </p:nvSpPr>
        <p:spPr>
          <a:xfrm>
            <a:off x="5796153" y="3544540"/>
            <a:ext cx="3821906" cy="861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Efeito Comboio (Convoy Effect)</a:t>
            </a:r>
          </a:p>
          <a:p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Processos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curtos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esperam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por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longos</a:t>
            </a:r>
            <a:endParaRPr lang="en-US" sz="1400" dirty="0">
              <a:ea typeface="Montserrat Medium" pitchFamily="34" charset="-122"/>
              <a:cs typeface="Montserrat Medium" pitchFamily="34" charset="-120"/>
            </a:endParaRPr>
          </a:p>
          <a:p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Inadequado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para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sistemas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interativos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B25DC8B5-75D1-E959-60D5-B32E6AB241E8}"/>
              </a:ext>
            </a:extLst>
          </p:cNvPr>
          <p:cNvSpPr/>
          <p:nvPr/>
        </p:nvSpPr>
        <p:spPr>
          <a:xfrm>
            <a:off x="5653278" y="5020842"/>
            <a:ext cx="38219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366C80FD-D9B7-47A9-F2D6-6E261CFA9938}"/>
              </a:ext>
            </a:extLst>
          </p:cNvPr>
          <p:cNvSpPr/>
          <p:nvPr/>
        </p:nvSpPr>
        <p:spPr>
          <a:xfrm>
            <a:off x="5653278" y="5210151"/>
            <a:ext cx="38219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73925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14661-1F1E-F1FC-F280-F169A9FC2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3ED2C030-0242-3A1F-23E2-15D2886F8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66A9B80-1D80-D9D3-3FEB-C70BE8332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9FD053A-9B6A-ED3E-E169-D161B26F9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F8A7C2-0B03-1D22-D4F6-A18B4A19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7FEAAD63-4A88-CBC9-D976-CA90015E0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LIFO (LAST-IN, FIRST-OUT)</a:t>
            </a:r>
            <a:endParaRPr lang="en-US" sz="40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0" name="Imagem 39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084D2470-687D-BA6B-4ABA-AE61BCA88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077" y="6470435"/>
            <a:ext cx="2222003" cy="291440"/>
          </a:xfrm>
          <a:prstGeom prst="rect">
            <a:avLst/>
          </a:prstGeom>
        </p:spPr>
      </p:pic>
      <p:sp>
        <p:nvSpPr>
          <p:cNvPr id="30" name="Shape 0">
            <a:extLst>
              <a:ext uri="{FF2B5EF4-FFF2-40B4-BE49-F238E27FC236}">
                <a16:creationId xmlns:a16="http://schemas.microsoft.com/office/drawing/2014/main" id="{6977F6B3-26ED-961F-7C27-6E506B49B6D2}"/>
              </a:ext>
            </a:extLst>
          </p:cNvPr>
          <p:cNvSpPr/>
          <p:nvPr/>
        </p:nvSpPr>
        <p:spPr>
          <a:xfrm>
            <a:off x="1308297" y="1272847"/>
            <a:ext cx="2958740" cy="3911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1D8F63A8-C2F2-F1C5-2086-EBE350E6B08B}"/>
              </a:ext>
            </a:extLst>
          </p:cNvPr>
          <p:cNvSpPr/>
          <p:nvPr/>
        </p:nvSpPr>
        <p:spPr>
          <a:xfrm>
            <a:off x="1308297" y="1779318"/>
            <a:ext cx="4503561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400" b="1" dirty="0">
                <a:ea typeface="Montserrat Black" pitchFamily="34" charset="-122"/>
                <a:cs typeface="Montserrat Black" pitchFamily="34" charset="-120"/>
              </a:rPr>
              <a:t>CONCEITO : </a:t>
            </a:r>
            <a:r>
              <a:rPr lang="en-US" sz="1400" b="1" u="sng" dirty="0">
                <a:ea typeface="Montserrat Black" pitchFamily="34" charset="-122"/>
                <a:cs typeface="Montserrat Black" pitchFamily="34" charset="-120"/>
              </a:rPr>
              <a:t>O ÚLTIMO A ENTRAR É O PRIMEIRO A SAIR</a:t>
            </a:r>
            <a:endParaRPr lang="en-US" sz="1400" u="sng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95D400BE-3B54-0754-B7C0-22628115466E}"/>
              </a:ext>
            </a:extLst>
          </p:cNvPr>
          <p:cNvSpPr/>
          <p:nvPr/>
        </p:nvSpPr>
        <p:spPr>
          <a:xfrm>
            <a:off x="1308296" y="2156529"/>
            <a:ext cx="3750469" cy="2695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600" dirty="0">
                <a:ea typeface="Montserrat" pitchFamily="34" charset="-122"/>
                <a:cs typeface="Montserrat" pitchFamily="34" charset="-120"/>
              </a:rPr>
              <a:t>Baseado na estrutura de dados de </a:t>
            </a:r>
            <a:r>
              <a:rPr lang="en-US" sz="1600" b="1" dirty="0">
                <a:ea typeface="Montserrat Bold" pitchFamily="34" charset="-122"/>
                <a:cs typeface="Montserrat Bold" pitchFamily="34" charset="-120"/>
              </a:rPr>
              <a:t>Pilha (Stack)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, onde o elemento mais recente inserido é o primeiro a ser removido para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processamento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.</a:t>
            </a:r>
            <a:r>
              <a:rPr lang="en-US" sz="1600" dirty="0"/>
              <a:t>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Ordem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inversa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à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chegada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dos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processos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. Pode ser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preemptivo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não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preemptivo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Raramente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utilizado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escalonamento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de CPU em SOs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modernos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.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endParaRPr lang="en-US" sz="95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57BA6902-D948-5544-27E6-66E4E5DC3BF2}"/>
              </a:ext>
            </a:extLst>
          </p:cNvPr>
          <p:cNvSpPr/>
          <p:nvPr/>
        </p:nvSpPr>
        <p:spPr>
          <a:xfrm>
            <a:off x="1722635" y="3277673"/>
            <a:ext cx="238012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3BA820FA-1DDF-19EB-5A3D-2C27C8471DD0}"/>
              </a:ext>
            </a:extLst>
          </p:cNvPr>
          <p:cNvSpPr/>
          <p:nvPr/>
        </p:nvSpPr>
        <p:spPr>
          <a:xfrm>
            <a:off x="1722635" y="3531277"/>
            <a:ext cx="2323058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2FE801E2-BE51-E41D-C947-6143704BDBA7}"/>
              </a:ext>
            </a:extLst>
          </p:cNvPr>
          <p:cNvSpPr/>
          <p:nvPr/>
        </p:nvSpPr>
        <p:spPr>
          <a:xfrm>
            <a:off x="1722635" y="3784880"/>
            <a:ext cx="355044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33D8F624-4113-A32D-E177-45FE2D40E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858" y="2862858"/>
            <a:ext cx="142875" cy="142875"/>
          </a:xfrm>
          <a:prstGeom prst="rect">
            <a:avLst/>
          </a:prstGeom>
        </p:spPr>
      </p:pic>
      <p:sp>
        <p:nvSpPr>
          <p:cNvPr id="49" name="Text 11">
            <a:extLst>
              <a:ext uri="{FF2B5EF4-FFF2-40B4-BE49-F238E27FC236}">
                <a16:creationId xmlns:a16="http://schemas.microsoft.com/office/drawing/2014/main" id="{97822C5E-441C-9104-386D-C3B896B3A4D3}"/>
              </a:ext>
            </a:extLst>
          </p:cNvPr>
          <p:cNvSpPr/>
          <p:nvPr/>
        </p:nvSpPr>
        <p:spPr>
          <a:xfrm>
            <a:off x="1221985" y="4851819"/>
            <a:ext cx="100130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u="sng" dirty="0">
                <a:ea typeface="Montserrat Black" pitchFamily="34" charset="-122"/>
                <a:cs typeface="Montserrat Black" pitchFamily="34" charset="-120"/>
              </a:rPr>
              <a:t>VANTAGENS</a:t>
            </a:r>
            <a:endParaRPr lang="en-US" sz="1400" u="sng" dirty="0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297856B3-B9D8-A4C6-90BF-263A45A31EBC}"/>
              </a:ext>
            </a:extLst>
          </p:cNvPr>
          <p:cNvSpPr/>
          <p:nvPr/>
        </p:nvSpPr>
        <p:spPr>
          <a:xfrm>
            <a:off x="1236858" y="5275088"/>
            <a:ext cx="3893344" cy="136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ea typeface="Montserrat" pitchFamily="34" charset="-122"/>
                <a:cs typeface="Montserrat" pitchFamily="34" charset="-120"/>
              </a:rPr>
              <a:t>Útil em cenários específicos onde a informação ou o dado mais recente possui maior relevância ou prioridade de processamento (ex: certos algoritmos de cache ou recursão).</a:t>
            </a:r>
            <a:endParaRPr lang="en-US" sz="1600" dirty="0"/>
          </a:p>
        </p:txBody>
      </p:sp>
      <p:pic>
        <p:nvPicPr>
          <p:cNvPr id="54" name="Image 5" descr="preencoded.png">
            <a:extLst>
              <a:ext uri="{FF2B5EF4-FFF2-40B4-BE49-F238E27FC236}">
                <a16:creationId xmlns:a16="http://schemas.microsoft.com/office/drawing/2014/main" id="{CFDFEC45-2BFA-AAA8-16D3-E94BB9649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858" y="4434483"/>
            <a:ext cx="142875" cy="142875"/>
          </a:xfrm>
          <a:prstGeom prst="rect">
            <a:avLst/>
          </a:prstGeom>
        </p:spPr>
      </p:pic>
      <p:sp>
        <p:nvSpPr>
          <p:cNvPr id="55" name="Text 14">
            <a:extLst>
              <a:ext uri="{FF2B5EF4-FFF2-40B4-BE49-F238E27FC236}">
                <a16:creationId xmlns:a16="http://schemas.microsoft.com/office/drawing/2014/main" id="{BABFE0F3-4384-5D42-AA5F-75E9AA7D708F}"/>
              </a:ext>
            </a:extLst>
          </p:cNvPr>
          <p:cNvSpPr/>
          <p:nvPr/>
        </p:nvSpPr>
        <p:spPr>
          <a:xfrm>
            <a:off x="7319141" y="2627902"/>
            <a:ext cx="133645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u="sng" dirty="0">
                <a:ea typeface="Montserrat Black" pitchFamily="34" charset="-122"/>
                <a:cs typeface="Montserrat Black" pitchFamily="34" charset="-120"/>
              </a:rPr>
              <a:t>DESVANTAGENS</a:t>
            </a:r>
            <a:endParaRPr lang="en-US" sz="1400" u="sng" dirty="0"/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363DAD7B-D709-AA0B-BF5E-7D17CE9152A3}"/>
              </a:ext>
            </a:extLst>
          </p:cNvPr>
          <p:cNvSpPr/>
          <p:nvPr/>
        </p:nvSpPr>
        <p:spPr>
          <a:xfrm>
            <a:off x="7319141" y="3173835"/>
            <a:ext cx="3893344" cy="3165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ea typeface="Montserrat Bold" pitchFamily="34" charset="-122"/>
                <a:cs typeface="Montserrat Bold" pitchFamily="34" charset="-120"/>
              </a:rPr>
              <a:t>Inanição (Starvation):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Processos que chegam cedo podem nunca ser executados se novos processos continuarem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chegando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0" indent="0" algn="l">
              <a:lnSpc>
                <a:spcPct val="112000"/>
              </a:lnSpc>
              <a:buNone/>
            </a:pP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b="1" dirty="0">
                <a:ea typeface="Montserrat Bold" pitchFamily="34" charset="-122"/>
                <a:cs typeface="Montserrat Bold" pitchFamily="34" charset="-120"/>
              </a:rPr>
              <a:t>Falta de Justiça: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Não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garante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um tempo de resposta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razoável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para a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maioria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das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tarefas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endParaRPr lang="en-US" sz="1600" dirty="0"/>
          </a:p>
          <a:p>
            <a:pPr>
              <a:lnSpc>
                <a:spcPct val="112000"/>
              </a:lnSpc>
            </a:pPr>
            <a:r>
              <a:rPr lang="en-US" sz="1600" b="1" dirty="0" err="1">
                <a:ea typeface="Montserrat Bold" pitchFamily="34" charset="-122"/>
                <a:cs typeface="Montserrat Bold" pitchFamily="34" charset="-120"/>
              </a:rPr>
              <a:t>Imprevisibilidade</a:t>
            </a:r>
            <a:r>
              <a:rPr lang="en-US" sz="1600" b="1" dirty="0">
                <a:ea typeface="Montserrat Bold" pitchFamily="34" charset="-122"/>
                <a:cs typeface="Montserrat Bold" pitchFamily="34" charset="-120"/>
              </a:rPr>
              <a:t>: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Torna o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comportamento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sistema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difícil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modelar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para o </a:t>
            </a:r>
            <a:r>
              <a:rPr lang="en-US" sz="1600" dirty="0" err="1">
                <a:ea typeface="Montserrat" pitchFamily="34" charset="-122"/>
                <a:cs typeface="Montserrat" pitchFamily="34" charset="-120"/>
              </a:rPr>
              <a:t>usuário</a:t>
            </a:r>
            <a:r>
              <a:rPr lang="en-US" sz="1600" dirty="0">
                <a:ea typeface="Montserrat" pitchFamily="34" charset="-122"/>
                <a:cs typeface="Montserrat" pitchFamily="34" charset="-120"/>
              </a:rPr>
              <a:t> final.</a:t>
            </a:r>
            <a:endParaRPr lang="en-US" sz="700" dirty="0"/>
          </a:p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792208F0-4AB5-688D-FC52-A49B4BA38E69}"/>
              </a:ext>
            </a:extLst>
          </p:cNvPr>
          <p:cNvSpPr/>
          <p:nvPr/>
        </p:nvSpPr>
        <p:spPr>
          <a:xfrm>
            <a:off x="5811858" y="5056324"/>
            <a:ext cx="3893344" cy="131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592DEEDC-9B7B-83CA-DF1A-67C3D6BE90EC}"/>
              </a:ext>
            </a:extLst>
          </p:cNvPr>
          <p:cNvSpPr/>
          <p:nvPr/>
        </p:nvSpPr>
        <p:spPr>
          <a:xfrm>
            <a:off x="5811858" y="5447779"/>
            <a:ext cx="3893344" cy="131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3776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98776-9904-836E-2F92-E48FAEBF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6180B47-0195-3671-8D5C-DE719212D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68E3D0-7E60-E232-F5C8-453B7AC7C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079526-24F7-328F-C680-88C6E9B5B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652BCE0-E8A4-708A-9DCA-2A38174E6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51EA5AF9-B02C-0FB8-F0DF-032F3F0C9C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  <a:ea typeface="Montserrat Black" pitchFamily="34" charset="-122"/>
                <a:cs typeface="Montserrat Black" pitchFamily="34" charset="-120"/>
              </a:rPr>
              <a:t>Round Robin (RR)</a:t>
            </a:r>
            <a:endParaRPr lang="en-US" sz="40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0" name="Imagem 39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479E321F-2A5D-6958-B921-79E52C8AF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077" y="6470435"/>
            <a:ext cx="2222003" cy="29144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6B70A677-173B-6E78-BB75-BCB64F6186E2}"/>
              </a:ext>
            </a:extLst>
          </p:cNvPr>
          <p:cNvSpPr/>
          <p:nvPr/>
        </p:nvSpPr>
        <p:spPr>
          <a:xfrm>
            <a:off x="1371597" y="2006724"/>
            <a:ext cx="385762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ea typeface="Montserrat Black" pitchFamily="34" charset="-122"/>
                <a:cs typeface="Montserrat Black" pitchFamily="34" charset="-120"/>
              </a:rPr>
              <a:t>Conceito: Compartilhamento de Tempo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2AE3D6-D811-2D62-7AA7-55BC1E140969}"/>
              </a:ext>
            </a:extLst>
          </p:cNvPr>
          <p:cNvSpPr/>
          <p:nvPr/>
        </p:nvSpPr>
        <p:spPr>
          <a:xfrm>
            <a:off x="1371597" y="2593415"/>
            <a:ext cx="3857625" cy="191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400" dirty="0">
                <a:ea typeface="Montserrat" pitchFamily="34" charset="-122"/>
                <a:cs typeface="Montserrat" pitchFamily="34" charset="-120"/>
              </a:rPr>
              <a:t>Cada processo recebe uma pequena unidade de tempo de CPU, chamada </a:t>
            </a:r>
            <a:r>
              <a:rPr lang="en-US" sz="1400" b="1" dirty="0">
                <a:ea typeface="Montserrat Bold" pitchFamily="34" charset="-122"/>
                <a:cs typeface="Montserrat Bold" pitchFamily="34" charset="-120"/>
              </a:rPr>
              <a:t>quantum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. Se não terminar, volta para o fim da fila.</a:t>
            </a:r>
          </a:p>
          <a:p>
            <a:pPr marL="0" indent="0" algn="just">
              <a:lnSpc>
                <a:spcPct val="112000"/>
              </a:lnSpc>
              <a:buNone/>
            </a:pPr>
            <a:endParaRPr lang="en-US" sz="1400" dirty="0"/>
          </a:p>
          <a:p>
            <a:pPr algn="just">
              <a:lnSpc>
                <a:spcPct val="112000"/>
              </a:lnSpc>
            </a:pP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Algoritmo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Preemptivo</a:t>
            </a:r>
            <a:endParaRPr lang="en-US" sz="1400" dirty="0">
              <a:ea typeface="Montserrat Medium" pitchFamily="34" charset="-122"/>
              <a:cs typeface="Montserrat Medium" pitchFamily="34" charset="-120"/>
            </a:endParaRPr>
          </a:p>
          <a:p>
            <a:pPr algn="just">
              <a:lnSpc>
                <a:spcPct val="112000"/>
              </a:lnSpc>
            </a:pP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Fila Circular de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Processos</a:t>
            </a:r>
            <a:endParaRPr lang="en-US" sz="1400" dirty="0">
              <a:ea typeface="Montserrat Medium" pitchFamily="34" charset="-122"/>
              <a:cs typeface="Montserrat Medium" pitchFamily="34" charset="-120"/>
            </a:endParaRPr>
          </a:p>
          <a:p>
            <a:pPr algn="just">
              <a:lnSpc>
                <a:spcPct val="112000"/>
              </a:lnSpc>
            </a:pP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Baseado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em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Interrupções</a:t>
            </a:r>
            <a:r>
              <a:rPr lang="en-US" sz="1400" dirty="0">
                <a:ea typeface="Montserrat Medium" pitchFamily="34" charset="-122"/>
                <a:cs typeface="Montserrat Medium" pitchFamily="34" charset="-120"/>
              </a:rPr>
              <a:t> de </a:t>
            </a:r>
            <a:r>
              <a:rPr lang="en-US" sz="1400" dirty="0" err="1">
                <a:ea typeface="Montserrat Medium" pitchFamily="34" charset="-122"/>
                <a:cs typeface="Montserrat Medium" pitchFamily="34" charset="-120"/>
              </a:rPr>
              <a:t>Relógio</a:t>
            </a:r>
            <a:endParaRPr lang="en-US" sz="1400" dirty="0"/>
          </a:p>
          <a:p>
            <a:pPr>
              <a:lnSpc>
                <a:spcPct val="112000"/>
              </a:lnSpc>
            </a:pP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877A668-1073-2007-AF5E-7B93E9BD7945}"/>
              </a:ext>
            </a:extLst>
          </p:cNvPr>
          <p:cNvSpPr/>
          <p:nvPr/>
        </p:nvSpPr>
        <p:spPr>
          <a:xfrm>
            <a:off x="1953233" y="3929921"/>
            <a:ext cx="65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0F32AD6-5D29-E76F-616A-7DABB5F06329}"/>
              </a:ext>
            </a:extLst>
          </p:cNvPr>
          <p:cNvSpPr/>
          <p:nvPr/>
        </p:nvSpPr>
        <p:spPr>
          <a:xfrm>
            <a:off x="1985380" y="4183524"/>
            <a:ext cx="150069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CD32786-F1F4-F248-2521-E1C042195701}"/>
              </a:ext>
            </a:extLst>
          </p:cNvPr>
          <p:cNvSpPr/>
          <p:nvPr/>
        </p:nvSpPr>
        <p:spPr>
          <a:xfrm>
            <a:off x="1985380" y="4437127"/>
            <a:ext cx="212303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60E6C1F-2281-218B-A7DE-70CD9FD25D62}"/>
              </a:ext>
            </a:extLst>
          </p:cNvPr>
          <p:cNvSpPr/>
          <p:nvPr/>
        </p:nvSpPr>
        <p:spPr>
          <a:xfrm>
            <a:off x="1371597" y="4715900"/>
            <a:ext cx="380047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ea typeface="Montserrat Black" pitchFamily="34" charset="-122"/>
                <a:cs typeface="Montserrat Black" pitchFamily="34" charset="-120"/>
              </a:rPr>
              <a:t>Vantagens</a:t>
            </a:r>
            <a:endParaRPr lang="en-US" sz="16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A69BE0C-20BA-5F5B-BBD4-B4365F13F52F}"/>
              </a:ext>
            </a:extLst>
          </p:cNvPr>
          <p:cNvSpPr/>
          <p:nvPr/>
        </p:nvSpPr>
        <p:spPr>
          <a:xfrm>
            <a:off x="1292728" y="5133279"/>
            <a:ext cx="3800475" cy="1292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buNone/>
            </a:pPr>
            <a:r>
              <a:rPr lang="en-US" sz="1400" dirty="0">
                <a:ea typeface="Montserrat" pitchFamily="34" charset="-122"/>
                <a:cs typeface="Montserrat" pitchFamily="34" charset="-120"/>
              </a:rPr>
              <a:t>• Justiça (Fairness) entre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processos</a:t>
            </a:r>
            <a:endParaRPr lang="en-US" sz="1400" dirty="0">
              <a:ea typeface="Montserrat" pitchFamily="34" charset="-122"/>
              <a:cs typeface="Montserrat" pitchFamily="34" charset="-120"/>
            </a:endParaRPr>
          </a:p>
          <a:p>
            <a:pPr algn="just"/>
            <a:r>
              <a:rPr lang="en-US" sz="1400" dirty="0"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Excelente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 tempo de resposta para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sistemas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interativos</a:t>
            </a:r>
            <a:endParaRPr lang="en-US" sz="1400" dirty="0">
              <a:ea typeface="Montserrat" pitchFamily="34" charset="-122"/>
              <a:cs typeface="Montserrat" pitchFamily="34" charset="-120"/>
            </a:endParaRPr>
          </a:p>
          <a:p>
            <a:pPr algn="just"/>
            <a:r>
              <a:rPr lang="en-US" sz="1400" dirty="0">
                <a:ea typeface="Montserrat" pitchFamily="34" charset="-122"/>
                <a:cs typeface="Montserrat" pitchFamily="34" charset="-120"/>
              </a:rPr>
              <a:t>• Evita a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inanição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 (Starvation)</a:t>
            </a:r>
            <a:endParaRPr lang="en-US" sz="1400" dirty="0"/>
          </a:p>
          <a:p>
            <a:endParaRPr lang="en-US" sz="1400" dirty="0"/>
          </a:p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A98E31C-FA74-9B34-9BE0-B2C7C61EBB79}"/>
              </a:ext>
            </a:extLst>
          </p:cNvPr>
          <p:cNvSpPr/>
          <p:nvPr/>
        </p:nvSpPr>
        <p:spPr>
          <a:xfrm>
            <a:off x="6385930" y="3689675"/>
            <a:ext cx="38004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4E90488-926A-59EF-CBD6-C6D316ACF27E}"/>
              </a:ext>
            </a:extLst>
          </p:cNvPr>
          <p:cNvSpPr/>
          <p:nvPr/>
        </p:nvSpPr>
        <p:spPr>
          <a:xfrm>
            <a:off x="6600818" y="3342029"/>
            <a:ext cx="380047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ea typeface="Montserrat Black" pitchFamily="34" charset="-122"/>
                <a:cs typeface="Montserrat Black" pitchFamily="34" charset="-120"/>
              </a:rPr>
              <a:t>Desvantagens</a:t>
            </a:r>
            <a:endParaRPr lang="en-US" sz="16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8AE9E91-F0E4-75D1-F09E-68B9E56BA260}"/>
              </a:ext>
            </a:extLst>
          </p:cNvPr>
          <p:cNvSpPr/>
          <p:nvPr/>
        </p:nvSpPr>
        <p:spPr>
          <a:xfrm>
            <a:off x="6600818" y="3790185"/>
            <a:ext cx="3800475" cy="1723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buNone/>
            </a:pPr>
            <a:r>
              <a:rPr lang="en-US" sz="1400" dirty="0">
                <a:ea typeface="Montserrat" pitchFamily="34" charset="-122"/>
                <a:cs typeface="Montserrat" pitchFamily="34" charset="-120"/>
              </a:rPr>
              <a:t>• Desempenho sensível ao tamanho do quantum;</a:t>
            </a:r>
          </a:p>
          <a:p>
            <a:pPr algn="just"/>
            <a:r>
              <a:rPr lang="en-US" sz="1400" dirty="0">
                <a:ea typeface="Montserrat" pitchFamily="34" charset="-122"/>
                <a:cs typeface="Montserrat" pitchFamily="34" charset="-120"/>
              </a:rPr>
              <a:t>• Pode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degenerar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 para FIFO se quantum for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muito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 grande</a:t>
            </a:r>
          </a:p>
          <a:p>
            <a:pPr algn="just"/>
            <a:r>
              <a:rPr lang="en-US" sz="1400" dirty="0">
                <a:ea typeface="Montserrat" pitchFamily="34" charset="-122"/>
                <a:cs typeface="Montserrat" pitchFamily="34" charset="-120"/>
              </a:rPr>
              <a:t>• Alto overhead de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troca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contexto</a:t>
            </a:r>
            <a:r>
              <a:rPr lang="en-US" sz="1400" dirty="0">
                <a:ea typeface="Montserrat" pitchFamily="34" charset="-122"/>
                <a:cs typeface="Montserrat" pitchFamily="34" charset="-120"/>
              </a:rPr>
              <a:t> se quantum for </a:t>
            </a:r>
            <a:r>
              <a:rPr lang="en-US" sz="1400" dirty="0" err="1">
                <a:ea typeface="Montserrat" pitchFamily="34" charset="-122"/>
                <a:cs typeface="Montserrat" pitchFamily="34" charset="-120"/>
              </a:rPr>
              <a:t>pequeno</a:t>
            </a:r>
            <a:endParaRPr lang="en-US" sz="1400" dirty="0"/>
          </a:p>
          <a:p>
            <a:endParaRPr lang="en-US" sz="1400" dirty="0"/>
          </a:p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F2BE99F-1D27-5EBF-EECC-07EEAF243529}"/>
              </a:ext>
            </a:extLst>
          </p:cNvPr>
          <p:cNvSpPr/>
          <p:nvPr/>
        </p:nvSpPr>
        <p:spPr>
          <a:xfrm>
            <a:off x="6385930" y="4836247"/>
            <a:ext cx="38004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6B837FD-D00E-1026-351E-F905BAF42BFB}"/>
              </a:ext>
            </a:extLst>
          </p:cNvPr>
          <p:cNvSpPr/>
          <p:nvPr/>
        </p:nvSpPr>
        <p:spPr>
          <a:xfrm>
            <a:off x="6385930" y="5025557"/>
            <a:ext cx="38004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7153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20C24-738D-D889-ECD5-D1807DDB3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470BB9D-B37C-210D-FF3B-E0909AE0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DB0184A-35F4-A731-A682-3EE6A519F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91A5D-F37F-03F4-B8E4-41BB581F3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0811117-07FF-5961-B114-A25F3A882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016A01BB-8778-DEEB-0728-4C7531434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pt-BR" sz="4000" dirty="0">
                <a:solidFill>
                  <a:schemeClr val="bg1"/>
                </a:solidFill>
                <a:latin typeface="+mn-lt"/>
              </a:rPr>
              <a:t>Trabalho Sistemas Operacionais</a:t>
            </a:r>
            <a:endParaRPr lang="en-US" sz="4000" kern="1200" spc="-1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0" name="Imagem 39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0E28E8F8-D110-45BD-B45D-D1CB1A2F6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077" y="6470435"/>
            <a:ext cx="2222003" cy="291440"/>
          </a:xfrm>
          <a:prstGeom prst="rect">
            <a:avLst/>
          </a:prstGeom>
        </p:spPr>
      </p:pic>
      <p:sp>
        <p:nvSpPr>
          <p:cNvPr id="16" name="object 3">
            <a:extLst>
              <a:ext uri="{FF2B5EF4-FFF2-40B4-BE49-F238E27FC236}">
                <a16:creationId xmlns:a16="http://schemas.microsoft.com/office/drawing/2014/main" id="{72189643-4BD1-3AF8-CFFD-EB2F049EEC28}"/>
              </a:ext>
            </a:extLst>
          </p:cNvPr>
          <p:cNvSpPr txBox="1"/>
          <p:nvPr/>
        </p:nvSpPr>
        <p:spPr>
          <a:xfrm>
            <a:off x="232051" y="2948859"/>
            <a:ext cx="3846084" cy="15978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b="1" dirty="0">
                <a:cs typeface="Arial"/>
              </a:rPr>
              <a:t>GRUPO 1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1400" dirty="0"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cs typeface="Arial"/>
              </a:rPr>
              <a:t>IGOR DE AQUINO E SILVA</a:t>
            </a:r>
          </a:p>
          <a:p>
            <a:pPr marL="12700">
              <a:spcBef>
                <a:spcPts val="100"/>
              </a:spcBef>
            </a:pPr>
            <a:r>
              <a:rPr lang="pt-BR" sz="1400" dirty="0">
                <a:cs typeface="Arial"/>
              </a:rPr>
              <a:t>EDUARDO SOARES MOTA</a:t>
            </a:r>
          </a:p>
          <a:p>
            <a:pPr marL="12700">
              <a:spcBef>
                <a:spcPts val="100"/>
              </a:spcBef>
            </a:pPr>
            <a:r>
              <a:rPr lang="pt-BR" sz="1400" dirty="0"/>
              <a:t>VINICIUS NUNES POLI PEREIRA</a:t>
            </a:r>
          </a:p>
          <a:p>
            <a:pPr marL="12700">
              <a:spcBef>
                <a:spcPts val="100"/>
              </a:spcBef>
            </a:pPr>
            <a:r>
              <a:rPr lang="pt-BR" sz="1400" dirty="0"/>
              <a:t>BRENNO GARCIA LOPES CONZATTI DE OLIVEIRA</a:t>
            </a:r>
          </a:p>
          <a:p>
            <a:pPr marL="12700">
              <a:spcBef>
                <a:spcPts val="100"/>
              </a:spcBef>
            </a:pPr>
            <a:r>
              <a:rPr lang="pt-BR" sz="1400" dirty="0"/>
              <a:t>MATHEUS TANNUS DE SOUSA</a:t>
            </a: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4E4BE0DF-7A11-8399-2F29-2972BCA0198D}"/>
              </a:ext>
            </a:extLst>
          </p:cNvPr>
          <p:cNvSpPr txBox="1"/>
          <p:nvPr/>
        </p:nvSpPr>
        <p:spPr>
          <a:xfrm>
            <a:off x="4310186" y="2953350"/>
            <a:ext cx="3237311" cy="14721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b="1" dirty="0">
                <a:cs typeface="Arial"/>
              </a:rPr>
              <a:t>GRUPO 2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1200" dirty="0">
              <a:cs typeface="Arial"/>
            </a:endParaRPr>
          </a:p>
          <a:p>
            <a:r>
              <a:rPr lang="pt-BR" sz="1400" dirty="0"/>
              <a:t>ARTHUR ALEXANDRE DUARTE TEIXEIRA</a:t>
            </a:r>
          </a:p>
          <a:p>
            <a:r>
              <a:rPr lang="pt-BR" sz="1400" dirty="0">
                <a:cs typeface="Arial"/>
              </a:rPr>
              <a:t>HERISON JONATHAN BORGES DA SILVA</a:t>
            </a:r>
          </a:p>
          <a:p>
            <a:r>
              <a:rPr lang="pt-BR" sz="1400" dirty="0">
                <a:cs typeface="Arial"/>
              </a:rPr>
              <a:t>LAIS CARNEIRO TEIXEIRA MENDES</a:t>
            </a:r>
          </a:p>
          <a:p>
            <a:r>
              <a:rPr lang="pt-BR" sz="1400" dirty="0"/>
              <a:t>MAX WILLIAN SILVA NUNES</a:t>
            </a:r>
          </a:p>
          <a:p>
            <a:r>
              <a:rPr lang="pt-BR" sz="1400" dirty="0">
                <a:cs typeface="Arial"/>
              </a:rPr>
              <a:t>LUCAS GABRIEL FERREIRA ESPINDULA</a:t>
            </a: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B1253FC3-035A-F200-223F-B333475708EC}"/>
              </a:ext>
            </a:extLst>
          </p:cNvPr>
          <p:cNvSpPr txBox="1"/>
          <p:nvPr/>
        </p:nvSpPr>
        <p:spPr>
          <a:xfrm>
            <a:off x="8048613" y="2727002"/>
            <a:ext cx="3846084" cy="18261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b="1" dirty="0">
                <a:cs typeface="Arial"/>
              </a:rPr>
              <a:t>GRUPO 3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1400" dirty="0"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cs typeface="Arial"/>
              </a:rPr>
              <a:t>PEDRO VALENCIO SOUZA MARQUES MOUTINHO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cs typeface="Arial"/>
              </a:rPr>
              <a:t>JOAO PEDRO FERREIRA ALVES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cs typeface="Arial"/>
              </a:rPr>
              <a:t>PEDRO OTAVIO GUIDINI RINALDI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cs typeface="Arial"/>
              </a:rPr>
              <a:t>ANDRESSA DA SILVA SANTOS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cs typeface="Arial"/>
              </a:rPr>
              <a:t>GABRIEL PEDROSO NAVES MONTEIRO</a:t>
            </a:r>
          </a:p>
          <a:p>
            <a:pPr marL="12700">
              <a:spcBef>
                <a:spcPts val="100"/>
              </a:spcBef>
            </a:pPr>
            <a:r>
              <a:rPr lang="pt-BR" sz="1400" dirty="0"/>
              <a:t>MATEUS ALVES</a:t>
            </a: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6B58C718-5468-250E-D0E0-F78C6402B352}"/>
              </a:ext>
            </a:extLst>
          </p:cNvPr>
          <p:cNvSpPr/>
          <p:nvPr/>
        </p:nvSpPr>
        <p:spPr>
          <a:xfrm>
            <a:off x="293011" y="6151088"/>
            <a:ext cx="71380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ea typeface="Montserrat Black" pitchFamily="34" charset="-122"/>
                <a:cs typeface="Montserrat Black" pitchFamily="34" charset="-120"/>
              </a:rPr>
              <a:t>OBS: Cada Grupo </a:t>
            </a:r>
            <a:r>
              <a:rPr lang="en-US" sz="1600" b="1" dirty="0" err="1">
                <a:ea typeface="Montserrat Black" pitchFamily="34" charset="-122"/>
                <a:cs typeface="Montserrat Black" pitchFamily="34" charset="-120"/>
              </a:rPr>
              <a:t>deverá</a:t>
            </a:r>
            <a:r>
              <a:rPr lang="en-US" sz="1600" b="1" dirty="0"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1600" b="1" dirty="0" err="1">
                <a:ea typeface="Montserrat Black" pitchFamily="34" charset="-122"/>
                <a:cs typeface="Montserrat Black" pitchFamily="34" charset="-120"/>
              </a:rPr>
              <a:t>rodar</a:t>
            </a:r>
            <a:r>
              <a:rPr lang="en-US" sz="1600" b="1" dirty="0"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1600" b="1" dirty="0" err="1">
                <a:ea typeface="Montserrat Black" pitchFamily="34" charset="-122"/>
                <a:cs typeface="Montserrat Black" pitchFamily="34" charset="-120"/>
              </a:rPr>
              <a:t>os</a:t>
            </a:r>
            <a:r>
              <a:rPr lang="en-US" sz="1600" b="1" dirty="0"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1600" b="1" dirty="0" err="1">
                <a:ea typeface="Montserrat Black" pitchFamily="34" charset="-122"/>
                <a:cs typeface="Montserrat Black" pitchFamily="34" charset="-120"/>
              </a:rPr>
              <a:t>três</a:t>
            </a:r>
            <a:r>
              <a:rPr lang="en-US" sz="1600" b="1" dirty="0">
                <a:ea typeface="Montserrat Black" pitchFamily="34" charset="-122"/>
                <a:cs typeface="Montserrat Black" pitchFamily="34" charset="-120"/>
              </a:rPr>
              <a:t>( FIFO, RR &amp; LIFO)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51869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9A3A8-8478-E054-0BA5-BDEBAE551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DB42C91F-29EF-4282-A769-8F056D19B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73D4B6-64CC-AF6A-CCEF-75857B47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F6E07C-4C55-E7A7-6376-FA7C46654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1EFA2F-D9A5-B4C5-4117-5A56A7377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E34D1D98-E676-AF59-97FE-C434373F4F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/>
            <a:r>
              <a:rPr lang="pt-BR" sz="4000" dirty="0">
                <a:solidFill>
                  <a:schemeClr val="bg1"/>
                </a:solidFill>
                <a:latin typeface="+mn-lt"/>
              </a:rPr>
              <a:t>Trabalho Sistemas Operacionais</a:t>
            </a:r>
            <a:endParaRPr lang="en-US" sz="4000" kern="1200" spc="-1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0" name="Imagem 39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8C082175-476C-43DB-7F2B-B517D2891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077" y="6470435"/>
            <a:ext cx="2222003" cy="29144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606B0372-BD85-92B2-5CB6-D528CCDDE364}"/>
              </a:ext>
            </a:extLst>
          </p:cNvPr>
          <p:cNvSpPr txBox="1"/>
          <p:nvPr/>
        </p:nvSpPr>
        <p:spPr>
          <a:xfrm>
            <a:off x="539115" y="1924820"/>
            <a:ext cx="11113770" cy="4488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cs typeface="Arial"/>
              </a:rPr>
              <a:t>Apresentação de 45 minutos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cs typeface="Arial"/>
              </a:rPr>
              <a:t>apresentação deverá ser no PowerPoint;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cs typeface="Arial"/>
              </a:rPr>
              <a:t>Mostar o Algoritmo rodando no código;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cs typeface="Arial"/>
              </a:rPr>
              <a:t>Todos os integrantes do grupos deveram apresentar;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cs typeface="Arial"/>
              </a:rPr>
              <a:t>Avaliação será em grupo, porém cada integrante do grupo deverá apresentar;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cs typeface="Arial"/>
              </a:rPr>
              <a:t>Será avaliado cada um individual, considerando engajamento, entendimento do tema;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cs typeface="Arial"/>
              </a:rPr>
              <a:t>Postura ao apresentar;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pt-BR" sz="2000" dirty="0">
                <a:cs typeface="Arial"/>
              </a:rPr>
              <a:t>Domínio do Conteúdo;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pt-BR" sz="2000" dirty="0"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000" dirty="0">
                <a:cs typeface="Arial"/>
              </a:rPr>
              <a:t>Grupo 1 – 19:10 – 19:55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000" dirty="0">
                <a:cs typeface="Arial"/>
              </a:rPr>
              <a:t>Grupo 2 – 19:55 – 20:40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000" dirty="0">
                <a:cs typeface="Arial"/>
              </a:rPr>
              <a:t>Grupo 3 – 21:00 – 21:45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000" dirty="0">
                <a:cs typeface="Arial"/>
              </a:rPr>
              <a:t>Apresentação será no dia 14/05/2026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099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D5748EF-80CB-1C8F-CECA-61CE2125E7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Desenho de cachorro&#10;&#10;O conteúdo gerado por IA pode estar incorreto.">
            <a:extLst>
              <a:ext uri="{FF2B5EF4-FFF2-40B4-BE49-F238E27FC236}">
                <a16:creationId xmlns:a16="http://schemas.microsoft.com/office/drawing/2014/main" id="{1B4BDCFC-489A-E5B7-1D84-B0233AEDA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309" y="2496815"/>
            <a:ext cx="7107180" cy="93218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3E1A2329-777C-ED60-A531-10D4F832C86E}"/>
              </a:ext>
            </a:extLst>
          </p:cNvPr>
          <p:cNvSpPr/>
          <p:nvPr/>
        </p:nvSpPr>
        <p:spPr>
          <a:xfrm>
            <a:off x="2758309" y="3429000"/>
            <a:ext cx="7107180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pt-BR" sz="2200" dirty="0">
                <a:solidFill>
                  <a:schemeClr val="bg1"/>
                </a:solidFill>
                <a:latin typeface="MuseoModerno Medium"/>
              </a:rPr>
              <a:t>A MENOR DISTÂNCIA ENTRE VOCÊ E O MERCADO DE TRABALHO</a:t>
            </a:r>
            <a:endParaRPr lang="en-US" sz="2200" dirty="0">
              <a:solidFill>
                <a:schemeClr val="bg1"/>
              </a:solidFill>
              <a:latin typeface="MuseoModern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093221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648</Words>
  <Application>Microsoft Office PowerPoint</Application>
  <PresentationFormat>Widescreen</PresentationFormat>
  <Paragraphs>107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Montserrat</vt:lpstr>
      <vt:lpstr>Montserrat Black</vt:lpstr>
      <vt:lpstr>Montserrat Bold</vt:lpstr>
      <vt:lpstr>Montserrat Medium</vt:lpstr>
      <vt:lpstr>MuseoModerno Medium</vt:lpstr>
      <vt:lpstr>Source Sans 3</vt:lpstr>
      <vt:lpstr>Tema do Office</vt:lpstr>
      <vt:lpstr>Apresentação do PowerPoint</vt:lpstr>
      <vt:lpstr>Introdução ao Escalonamento</vt:lpstr>
      <vt:lpstr>Objetivos de Aprendizagem</vt:lpstr>
      <vt:lpstr>Metodologia Team-Based Learning (TBL)</vt:lpstr>
      <vt:lpstr>FIFO (FIRST-IN, FIRST-OUT)</vt:lpstr>
      <vt:lpstr>LIFO (LAST-IN, FIRST-OUT)</vt:lpstr>
      <vt:lpstr>Round Robin (RR)</vt:lpstr>
      <vt:lpstr>Trabalho Sistemas Operacionais</vt:lpstr>
      <vt:lpstr>Trabalho Sistemas Operacionais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Bruno de Souza Miranda</dc:creator>
  <cp:lastModifiedBy>Daniel Bruno de Souza Miranda</cp:lastModifiedBy>
  <cp:revision>59</cp:revision>
  <dcterms:created xsi:type="dcterms:W3CDTF">2026-02-05T19:16:35Z</dcterms:created>
  <dcterms:modified xsi:type="dcterms:W3CDTF">2026-04-23T23:12:15Z</dcterms:modified>
</cp:coreProperties>
</file>